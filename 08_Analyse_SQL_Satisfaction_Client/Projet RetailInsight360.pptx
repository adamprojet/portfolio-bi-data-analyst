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54" r:id="rId4"/>
  </p:sldMasterIdLst>
  <p:notesMasterIdLst>
    <p:notesMasterId r:id="rId21"/>
  </p:notesMasterIdLst>
  <p:handoutMasterIdLst>
    <p:handoutMasterId r:id="rId22"/>
  </p:handoutMasterIdLst>
  <p:sldIdLst>
    <p:sldId id="261" r:id="rId5"/>
    <p:sldId id="273" r:id="rId6"/>
    <p:sldId id="314" r:id="rId7"/>
    <p:sldId id="280" r:id="rId8"/>
    <p:sldId id="315" r:id="rId9"/>
    <p:sldId id="316" r:id="rId10"/>
    <p:sldId id="320" r:id="rId11"/>
    <p:sldId id="317" r:id="rId12"/>
    <p:sldId id="321" r:id="rId13"/>
    <p:sldId id="323" r:id="rId14"/>
    <p:sldId id="318" r:id="rId15"/>
    <p:sldId id="324" r:id="rId16"/>
    <p:sldId id="326" r:id="rId17"/>
    <p:sldId id="319" r:id="rId18"/>
    <p:sldId id="325" r:id="rId19"/>
    <p:sldId id="327" r:id="rId20"/>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E"/>
    <a:srgbClr val="87175F"/>
    <a:srgbClr val="EEC621"/>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5034" autoAdjust="0"/>
  </p:normalViewPr>
  <p:slideViewPr>
    <p:cSldViewPr>
      <p:cViewPr varScale="1">
        <p:scale>
          <a:sx n="111" d="100"/>
          <a:sy n="111" d="100"/>
        </p:scale>
        <p:origin x="552" y="114"/>
      </p:cViewPr>
      <p:guideLst/>
    </p:cSldViewPr>
  </p:slideViewPr>
  <p:outlineViewPr>
    <p:cViewPr>
      <p:scale>
        <a:sx n="33" d="100"/>
        <a:sy n="33" d="100"/>
      </p:scale>
      <p:origin x="0" y="-2082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1" d="100"/>
          <a:sy n="81" d="100"/>
        </p:scale>
        <p:origin x="216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latin typeface="Tw Cen MT" panose="020B0602020104020603" pitchFamily="34" charset="0"/>
            </a:endParaRPr>
          </a:p>
        </p:txBody>
      </p:sp>
      <p:sp>
        <p:nvSpPr>
          <p:cNvPr id="3" name="Espace réservé de la date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0F41FF7-4014-4711-A251-86D973B5F254}" type="datetime1">
              <a:rPr lang="fr-FR" smtClean="0">
                <a:latin typeface="Tw Cen MT" panose="020B0602020104020603" pitchFamily="34" charset="0"/>
              </a:rPr>
              <a:t>09/08/2026</a:t>
            </a:fld>
            <a:endParaRPr lang="fr-FR">
              <a:latin typeface="Tw Cen MT" panose="020B0602020104020603" pitchFamily="34" charset="0"/>
            </a:endParaRPr>
          </a:p>
        </p:txBody>
      </p:sp>
      <p:sp>
        <p:nvSpPr>
          <p:cNvPr id="4" name="Espace réservé du pied de page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latin typeface="Tw Cen MT" panose="020B0602020104020603" pitchFamily="34" charset="0"/>
            </a:endParaRPr>
          </a:p>
        </p:txBody>
      </p:sp>
      <p:sp>
        <p:nvSpPr>
          <p:cNvPr id="5" name="Espace réservé du numéro de diapositive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1BB1589-0F8A-400D-AEF4-57688446A2F5}" type="slidenum">
              <a:rPr lang="fr-FR" smtClean="0">
                <a:latin typeface="Tw Cen MT" panose="020B0602020104020603" pitchFamily="34" charset="0"/>
              </a:rPr>
              <a:t>‹N°›</a:t>
            </a:fld>
            <a:endParaRPr lang="fr-FR">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pPr rtl="0"/>
            <a:fld id="{4697A488-1D99-4A6A-905F-F9C8CB9BBE5A}" type="datetime1">
              <a:rPr lang="fr-FR" noProof="0" smtClean="0"/>
              <a:t>09/08/2026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pPr rtl="0"/>
            <a:fld id="{DAE5FABD-26C8-4F74-B1E3-45BC91BC9D7B}" type="slidenum">
              <a:rPr lang="fr-FR" noProof="0" smtClean="0"/>
              <a:pPr/>
              <a:t>‹N°›</a:t>
            </a:fld>
            <a:endParaRPr lang="fr-FR" noProof="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DAE5FABD-26C8-4F74-B1E3-45BC91BC9D7B}" type="slidenum">
              <a:rPr lang="fr-FR" smtClean="0"/>
              <a:pPr/>
              <a:t>1</a:t>
            </a:fld>
            <a:endParaRPr lang="fr-FR"/>
          </a:p>
        </p:txBody>
      </p:sp>
    </p:spTree>
    <p:extLst>
      <p:ext uri="{BB962C8B-B14F-4D97-AF65-F5344CB8AC3E}">
        <p14:creationId xmlns:p14="http://schemas.microsoft.com/office/powerpoint/2010/main" val="3147987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DAE5FABD-26C8-4F74-B1E3-45BC91BC9D7B}" type="slidenum">
              <a:rPr lang="fr-FR" smtClean="0"/>
              <a:pPr/>
              <a:t>2</a:t>
            </a:fld>
            <a:endParaRPr lang="fr-FR"/>
          </a:p>
        </p:txBody>
      </p:sp>
    </p:spTree>
    <p:extLst>
      <p:ext uri="{BB962C8B-B14F-4D97-AF65-F5344CB8AC3E}">
        <p14:creationId xmlns:p14="http://schemas.microsoft.com/office/powerpoint/2010/main" val="74491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01166-AB84-97A9-24E6-363FC2BBB9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EE2768B-FED3-30DD-06D4-7FA9FF6C3DB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AD37E6E9-9167-B61E-BE51-8132A606BFAC}"/>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A9F59CF3-A7A8-94A1-C3FE-3A641F960D7A}"/>
              </a:ext>
            </a:extLst>
          </p:cNvPr>
          <p:cNvSpPr>
            <a:spLocks noGrp="1"/>
          </p:cNvSpPr>
          <p:nvPr>
            <p:ph type="sldNum" sz="quarter" idx="5"/>
          </p:nvPr>
        </p:nvSpPr>
        <p:spPr/>
        <p:txBody>
          <a:bodyPr rtlCol="0"/>
          <a:lstStyle/>
          <a:p>
            <a:pPr rtl="0"/>
            <a:fld id="{DAE5FABD-26C8-4F74-B1E3-45BC91BC9D7B}" type="slidenum">
              <a:rPr lang="fr-FR" smtClean="0"/>
              <a:pPr rtl="0"/>
              <a:t>3</a:t>
            </a:fld>
            <a:endParaRPr lang="fr-FR"/>
          </a:p>
        </p:txBody>
      </p:sp>
    </p:spTree>
    <p:extLst>
      <p:ext uri="{BB962C8B-B14F-4D97-AF65-F5344CB8AC3E}">
        <p14:creationId xmlns:p14="http://schemas.microsoft.com/office/powerpoint/2010/main" val="1438911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DAE5FABD-26C8-4F74-B1E3-45BC91BC9D7B}" type="slidenum">
              <a:rPr lang="fr-FR" smtClean="0"/>
              <a:pPr rtl="0"/>
              <a:t>4</a:t>
            </a:fld>
            <a:endParaRPr lang="fr-FR"/>
          </a:p>
        </p:txBody>
      </p:sp>
    </p:spTree>
    <p:extLst>
      <p:ext uri="{BB962C8B-B14F-4D97-AF65-F5344CB8AC3E}">
        <p14:creationId xmlns:p14="http://schemas.microsoft.com/office/powerpoint/2010/main" val="3524746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38515-0A27-CC1B-C849-AE94F53E0C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54EC389-204A-BB47-445A-0AF235B19985}"/>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9BC30191-0859-730B-7572-CDB8B5FA9079}"/>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1225A03E-9CF4-C5BB-908B-97C5E38AE5DE}"/>
              </a:ext>
            </a:extLst>
          </p:cNvPr>
          <p:cNvSpPr>
            <a:spLocks noGrp="1"/>
          </p:cNvSpPr>
          <p:nvPr>
            <p:ph type="sldNum" sz="quarter" idx="5"/>
          </p:nvPr>
        </p:nvSpPr>
        <p:spPr/>
        <p:txBody>
          <a:bodyPr rtlCol="0"/>
          <a:lstStyle/>
          <a:p>
            <a:pPr rtl="0"/>
            <a:fld id="{DAE5FABD-26C8-4F74-B1E3-45BC91BC9D7B}" type="slidenum">
              <a:rPr lang="fr-FR" smtClean="0"/>
              <a:pPr rtl="0"/>
              <a:t>5</a:t>
            </a:fld>
            <a:endParaRPr lang="fr-FR"/>
          </a:p>
        </p:txBody>
      </p:sp>
    </p:spTree>
    <p:extLst>
      <p:ext uri="{BB962C8B-B14F-4D97-AF65-F5344CB8AC3E}">
        <p14:creationId xmlns:p14="http://schemas.microsoft.com/office/powerpoint/2010/main" val="1792750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5942D-EAD2-515D-4E01-B810D0A42D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6E0503C-6A4C-7A85-7C76-DEECD99ECA4B}"/>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EA2E16B5-CA92-8A2B-2063-FC3D9AF0A6C1}"/>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93361C95-21CD-2B8C-9297-A9CCD852989C}"/>
              </a:ext>
            </a:extLst>
          </p:cNvPr>
          <p:cNvSpPr>
            <a:spLocks noGrp="1"/>
          </p:cNvSpPr>
          <p:nvPr>
            <p:ph type="sldNum" sz="quarter" idx="5"/>
          </p:nvPr>
        </p:nvSpPr>
        <p:spPr/>
        <p:txBody>
          <a:bodyPr rtlCol="0"/>
          <a:lstStyle/>
          <a:p>
            <a:pPr rtl="0"/>
            <a:fld id="{DAE5FABD-26C8-4F74-B1E3-45BC91BC9D7B}" type="slidenum">
              <a:rPr lang="fr-FR" smtClean="0"/>
              <a:pPr rtl="0"/>
              <a:t>6</a:t>
            </a:fld>
            <a:endParaRPr lang="fr-FR"/>
          </a:p>
        </p:txBody>
      </p:sp>
    </p:spTree>
    <p:extLst>
      <p:ext uri="{BB962C8B-B14F-4D97-AF65-F5344CB8AC3E}">
        <p14:creationId xmlns:p14="http://schemas.microsoft.com/office/powerpoint/2010/main" val="600594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_Jaune foncé">
    <p:bg>
      <p:bgPr>
        <a:solidFill>
          <a:schemeClr val="bg1">
            <a:lumMod val="95000"/>
          </a:schemeClr>
        </a:solidFill>
        <a:effectLst/>
      </p:bgPr>
    </p:bg>
    <p:spTree>
      <p:nvGrpSpPr>
        <p:cNvPr id="1" name=""/>
        <p:cNvGrpSpPr/>
        <p:nvPr/>
      </p:nvGrpSpPr>
      <p:grpSpPr>
        <a:xfrm>
          <a:off x="0" y="0"/>
          <a:ext cx="0" cy="0"/>
          <a:chOff x="0" y="0"/>
          <a:chExt cx="0" cy="0"/>
        </a:xfrm>
      </p:grpSpPr>
      <p:sp>
        <p:nvSpPr>
          <p:cNvPr id="53" name="Espace réservé du texte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rtl="0"/>
            <a:r>
              <a:rPr lang="fr-FR" noProof="0"/>
              <a:t>I</a:t>
            </a:r>
          </a:p>
        </p:txBody>
      </p:sp>
      <p:sp>
        <p:nvSpPr>
          <p:cNvPr id="48" name="Forme libre : Form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49" name="Forme libre : Form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fr-FR" noProof="0"/>
          </a:p>
        </p:txBody>
      </p:sp>
      <p:sp>
        <p:nvSpPr>
          <p:cNvPr id="17" name="Espace réservé du texte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p:nvPr>
        </p:nvSpPr>
        <p:spPr>
          <a:xfrm>
            <a:off x="1378135" y="1219199"/>
            <a:ext cx="7232465" cy="2732439"/>
          </a:xfrm>
        </p:spPr>
        <p:txBody>
          <a:bodyPr rtlCol="0" anchor="t">
            <a:normAutofit/>
          </a:bodyPr>
          <a:lstStyle>
            <a:lvl1pPr algn="l">
              <a:defRPr lang="en-US" sz="5000" kern="1200" cap="all" spc="100" baseline="0" dirty="0">
                <a:solidFill>
                  <a:srgbClr val="2C2E52"/>
                </a:solidFill>
                <a:latin typeface="+mj-lt"/>
                <a:ea typeface="+mj-ea"/>
                <a:cs typeface="+mj-cs"/>
              </a:defRPr>
            </a:lvl1pPr>
          </a:lstStyle>
          <a:p>
            <a:pPr rtl="0"/>
            <a:r>
              <a:rPr lang="fr-FR" noProof="0"/>
              <a:t>Modifiez le style du titre</a:t>
            </a:r>
          </a:p>
        </p:txBody>
      </p:sp>
      <p:sp>
        <p:nvSpPr>
          <p:cNvPr id="3" name="Sous-titre 2"/>
          <p:cNvSpPr>
            <a:spLocks noGrp="1"/>
          </p:cNvSpPr>
          <p:nvPr>
            <p:ph type="subTitle" idx="1"/>
          </p:nvPr>
        </p:nvSpPr>
        <p:spPr>
          <a:xfrm>
            <a:off x="1378134" y="4069079"/>
            <a:ext cx="5022666" cy="1463040"/>
          </a:xfrm>
        </p:spPr>
        <p:txBody>
          <a:bodyPr lIns="91440" rIns="91440" rtlCol="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Modifiez le style des sous-titres du masque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fr-FR" noProof="0"/>
          </a:p>
        </p:txBody>
      </p:sp>
      <p:sp>
        <p:nvSpPr>
          <p:cNvPr id="19" name="Espace réservé d’image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rtlCol="0" anchor="ctr">
            <a:noAutofit/>
          </a:bodyPr>
          <a:lstStyle>
            <a:lvl1pPr marL="0" indent="0" algn="ctr">
              <a:buNone/>
              <a:defRPr/>
            </a:lvl1pPr>
          </a:lstStyle>
          <a:p>
            <a:pPr rtl="0"/>
            <a:r>
              <a:rPr lang="fr-FR" noProof="0"/>
              <a:t>Insérer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e de titre_Jaune foncé">
    <p:bg>
      <p:bgPr>
        <a:solidFill>
          <a:schemeClr val="bg1">
            <a:lumMod val="95000"/>
          </a:schemeClr>
        </a:solidFill>
        <a:effectLst/>
      </p:bgPr>
    </p:bg>
    <p:spTree>
      <p:nvGrpSpPr>
        <p:cNvPr id="1" name=""/>
        <p:cNvGrpSpPr/>
        <p:nvPr/>
      </p:nvGrpSpPr>
      <p:grpSpPr>
        <a:xfrm>
          <a:off x="0" y="0"/>
          <a:ext cx="0" cy="0"/>
          <a:chOff x="0" y="0"/>
          <a:chExt cx="0" cy="0"/>
        </a:xfrm>
      </p:grpSpPr>
      <p:sp>
        <p:nvSpPr>
          <p:cNvPr id="53" name="Espace réservé du texte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rtl="0"/>
            <a:r>
              <a:rPr lang="fr-FR" noProof="0"/>
              <a:t>I</a:t>
            </a:r>
          </a:p>
        </p:txBody>
      </p:sp>
      <p:sp>
        <p:nvSpPr>
          <p:cNvPr id="48" name="Forme libre : Form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49" name="Forme libre : Form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fr-FR" noProof="0"/>
          </a:p>
        </p:txBody>
      </p:sp>
      <p:sp>
        <p:nvSpPr>
          <p:cNvPr id="17" name="Espace réservé du texte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p:nvPr>
        </p:nvSpPr>
        <p:spPr>
          <a:xfrm>
            <a:off x="1378135" y="1219199"/>
            <a:ext cx="7232465" cy="2732439"/>
          </a:xfrm>
        </p:spPr>
        <p:txBody>
          <a:bodyPr rtlCol="0" anchor="t">
            <a:normAutofit/>
          </a:bodyPr>
          <a:lstStyle>
            <a:lvl1pPr algn="l">
              <a:defRPr lang="en-US" sz="5000" kern="1200" cap="all" spc="100" baseline="0" dirty="0">
                <a:solidFill>
                  <a:srgbClr val="2C2E52"/>
                </a:solidFill>
                <a:latin typeface="+mj-lt"/>
                <a:ea typeface="+mj-ea"/>
                <a:cs typeface="+mj-cs"/>
              </a:defRPr>
            </a:lvl1pPr>
          </a:lstStyle>
          <a:p>
            <a:pPr rtl="0"/>
            <a:r>
              <a:rPr lang="fr-FR" noProof="0"/>
              <a:t>Modifiez le style du titre</a:t>
            </a:r>
          </a:p>
        </p:txBody>
      </p:sp>
      <p:sp>
        <p:nvSpPr>
          <p:cNvPr id="3" name="Sous-titre 2"/>
          <p:cNvSpPr>
            <a:spLocks noGrp="1"/>
          </p:cNvSpPr>
          <p:nvPr>
            <p:ph type="subTitle" idx="1"/>
          </p:nvPr>
        </p:nvSpPr>
        <p:spPr>
          <a:xfrm>
            <a:off x="1378134" y="4069079"/>
            <a:ext cx="5022666" cy="1463040"/>
          </a:xfrm>
        </p:spPr>
        <p:txBody>
          <a:bodyPr lIns="91440" rIns="91440" rtlCol="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Modifiez le style des sous-titres du masque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fr-FR" noProof="0"/>
          </a:p>
        </p:txBody>
      </p:sp>
      <p:sp>
        <p:nvSpPr>
          <p:cNvPr id="19" name="Espace réservé d’image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rtlCol="0" anchor="ctr">
            <a:noAutofit/>
          </a:bodyPr>
          <a:lstStyle>
            <a:lvl1pPr marL="0" indent="0" algn="ctr">
              <a:buNone/>
              <a:defRPr/>
            </a:lvl1pPr>
          </a:lstStyle>
          <a:p>
            <a:pPr rtl="0"/>
            <a:r>
              <a:rPr lang="fr-FR" noProof="0"/>
              <a:t>Insérer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Diapositive de titre_Jaune foncé">
    <p:bg>
      <p:bgPr>
        <a:solidFill>
          <a:schemeClr val="bg1">
            <a:lumMod val="95000"/>
          </a:schemeClr>
        </a:solidFill>
        <a:effectLst/>
      </p:bgPr>
    </p:bg>
    <p:spTree>
      <p:nvGrpSpPr>
        <p:cNvPr id="1" name=""/>
        <p:cNvGrpSpPr/>
        <p:nvPr/>
      </p:nvGrpSpPr>
      <p:grpSpPr>
        <a:xfrm>
          <a:off x="0" y="0"/>
          <a:ext cx="0" cy="0"/>
          <a:chOff x="0" y="0"/>
          <a:chExt cx="0" cy="0"/>
        </a:xfrm>
      </p:grpSpPr>
      <p:sp>
        <p:nvSpPr>
          <p:cNvPr id="11" name="Espace réservé du texte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rtlCol="0"/>
          <a:lstStyle>
            <a:lvl1pPr marL="0" indent="0">
              <a:buNone/>
              <a:defRPr>
                <a:solidFill>
                  <a:schemeClr val="tx1">
                    <a:alpha val="0"/>
                  </a:schemeClr>
                </a:solidFill>
              </a:defRPr>
            </a:lvl1pPr>
          </a:lstStyle>
          <a:p>
            <a:pPr lvl="0" rtl="0"/>
            <a:r>
              <a:rPr lang="fr-FR" noProof="0"/>
              <a:t>I</a:t>
            </a:r>
          </a:p>
        </p:txBody>
      </p:sp>
      <p:sp>
        <p:nvSpPr>
          <p:cNvPr id="12" name="Espace réservé du texte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rtlCol="0"/>
          <a:lstStyle>
            <a:lvl1pPr marL="0" indent="0">
              <a:buNone/>
              <a:defRPr>
                <a:solidFill>
                  <a:schemeClr val="tx1">
                    <a:alpha val="0"/>
                  </a:schemeClr>
                </a:solidFill>
              </a:defRPr>
            </a:lvl1pPr>
          </a:lstStyle>
          <a:p>
            <a:pPr lvl="0" rtl="0"/>
            <a:r>
              <a:rPr lang="fr-FR" noProof="0"/>
              <a:t>I</a:t>
            </a:r>
          </a:p>
        </p:txBody>
      </p:sp>
      <p:sp>
        <p:nvSpPr>
          <p:cNvPr id="10" name="Espace réservé du texte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p:nvPr>
        </p:nvSpPr>
        <p:spPr>
          <a:xfrm>
            <a:off x="1295400" y="1905000"/>
            <a:ext cx="5864382" cy="2275238"/>
          </a:xfrm>
        </p:spPr>
        <p:txBody>
          <a:bodyPr rtlCol="0" anchor="t">
            <a:normAutofit/>
          </a:bodyPr>
          <a:lstStyle>
            <a:lvl1pPr algn="l">
              <a:defRPr lang="en-US" sz="5000" kern="1200" cap="all" spc="100" baseline="0" dirty="0">
                <a:solidFill>
                  <a:srgbClr val="2C2E52"/>
                </a:solidFill>
                <a:latin typeface="+mj-lt"/>
                <a:ea typeface="+mj-ea"/>
                <a:cs typeface="+mj-cs"/>
              </a:defRPr>
            </a:lvl1pPr>
          </a:lstStyle>
          <a:p>
            <a:pPr rtl="0"/>
            <a:r>
              <a:rPr lang="fr-FR" noProof="0"/>
              <a:t>Modifiez le style du titre</a:t>
            </a:r>
          </a:p>
        </p:txBody>
      </p:sp>
      <p:sp>
        <p:nvSpPr>
          <p:cNvPr id="3" name="Sous-titre 2"/>
          <p:cNvSpPr>
            <a:spLocks noGrp="1"/>
          </p:cNvSpPr>
          <p:nvPr>
            <p:ph type="subTitle" idx="1"/>
          </p:nvPr>
        </p:nvSpPr>
        <p:spPr>
          <a:xfrm>
            <a:off x="1295400" y="4297679"/>
            <a:ext cx="4072586" cy="1463040"/>
          </a:xfrm>
        </p:spPr>
        <p:txBody>
          <a:bodyPr lIns="91440" rIns="91440" rtlCol="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Modifiez le style des sous-titres du masque</a:t>
            </a:r>
          </a:p>
        </p:txBody>
      </p:sp>
      <p:sp>
        <p:nvSpPr>
          <p:cNvPr id="13" name="Espace réservé du texte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rtlCol="0"/>
          <a:lstStyle>
            <a:lvl1pPr marL="0" indent="0">
              <a:buNone/>
              <a:defRPr>
                <a:solidFill>
                  <a:schemeClr val="tx1">
                    <a:alpha val="0"/>
                  </a:schemeClr>
                </a:solidFill>
              </a:defRPr>
            </a:lvl1pPr>
          </a:lstStyle>
          <a:p>
            <a:pPr lvl="0" rtl="0"/>
            <a:r>
              <a:rPr lang="fr-FR" noProof="0"/>
              <a:t>I</a:t>
            </a:r>
          </a:p>
        </p:txBody>
      </p:sp>
      <p:sp>
        <p:nvSpPr>
          <p:cNvPr id="14" name="Espace réservé du texte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rtlCol="0"/>
          <a:lstStyle>
            <a:lvl1pPr marL="0" indent="0">
              <a:buNone/>
              <a:defRPr>
                <a:solidFill>
                  <a:schemeClr val="tx1">
                    <a:alpha val="0"/>
                  </a:schemeClr>
                </a:solidFill>
              </a:defRPr>
            </a:lvl1pPr>
          </a:lstStyle>
          <a:p>
            <a:pPr lvl="0" rtl="0"/>
            <a:r>
              <a:rPr lang="fr-FR" noProof="0"/>
              <a:t>I</a:t>
            </a:r>
          </a:p>
        </p:txBody>
      </p:sp>
      <p:sp>
        <p:nvSpPr>
          <p:cNvPr id="19" name="Espace réservé d’image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rtlCol="0" anchor="ctr">
            <a:noAutofit/>
          </a:bodyPr>
          <a:lstStyle>
            <a:lvl1pPr marL="0" indent="0" algn="ctr">
              <a:buNone/>
              <a:defRPr/>
            </a:lvl1pPr>
          </a:lstStyle>
          <a:p>
            <a:pPr rtl="0"/>
            <a:r>
              <a:rPr lang="fr-FR" noProof="0"/>
              <a:t>Insérer image</a:t>
            </a:r>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Diapositive de titre_Jaune foncé">
    <p:spTree>
      <p:nvGrpSpPr>
        <p:cNvPr id="1" name=""/>
        <p:cNvGrpSpPr/>
        <p:nvPr/>
      </p:nvGrpSpPr>
      <p:grpSpPr>
        <a:xfrm>
          <a:off x="0" y="0"/>
          <a:ext cx="0" cy="0"/>
          <a:chOff x="0" y="0"/>
          <a:chExt cx="0" cy="0"/>
        </a:xfrm>
      </p:grpSpPr>
      <p:sp>
        <p:nvSpPr>
          <p:cNvPr id="26" name="Espace réservé d’image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rtlCol="0" anchor="ctr">
            <a:noAutofit/>
          </a:bodyPr>
          <a:lstStyle>
            <a:lvl1pPr marL="0" indent="0" algn="ctr">
              <a:buNone/>
              <a:defRPr/>
            </a:lvl1pPr>
          </a:lstStyle>
          <a:p>
            <a:pPr rtl="0"/>
            <a:r>
              <a:rPr lang="fr-FR" noProof="0"/>
              <a:t>Insérer image</a:t>
            </a:r>
          </a:p>
        </p:txBody>
      </p:sp>
      <p:sp>
        <p:nvSpPr>
          <p:cNvPr id="27" name="Espace réservé du texte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4" name="Espace réservé du texte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rtlCol="0">
            <a:noAutofit/>
          </a:bodyPr>
          <a:lstStyle>
            <a:lvl1pPr marL="0" indent="0" algn="ctr">
              <a:buNone/>
              <a:defRPr>
                <a:solidFill>
                  <a:schemeClr val="tx1">
                    <a:alpha val="0"/>
                  </a:schemeClr>
                </a:solidFill>
              </a:defRPr>
            </a:lvl1pPr>
          </a:lstStyle>
          <a:p>
            <a:pPr lvl="0" rtl="0"/>
            <a:r>
              <a:rPr lang="fr-FR" noProof="0"/>
              <a:t>I</a:t>
            </a:r>
          </a:p>
        </p:txBody>
      </p:sp>
      <p:sp>
        <p:nvSpPr>
          <p:cNvPr id="2" name="Titre 1"/>
          <p:cNvSpPr>
            <a:spLocks noGrp="1"/>
          </p:cNvSpPr>
          <p:nvPr>
            <p:ph type="ctrTitle" hasCustomPrompt="1"/>
          </p:nvPr>
        </p:nvSpPr>
        <p:spPr>
          <a:xfrm>
            <a:off x="3163809" y="1905000"/>
            <a:ext cx="5864382" cy="2275238"/>
          </a:xfrm>
        </p:spPr>
        <p:txBody>
          <a:bodyPr rtlCol="0" anchor="t">
            <a:normAutofit/>
          </a:bodyPr>
          <a:lstStyle>
            <a:lvl1pPr algn="ctr">
              <a:defRPr lang="en-US" sz="5000" kern="1200" cap="all" spc="100" baseline="0" dirty="0">
                <a:solidFill>
                  <a:schemeClr val="bg1"/>
                </a:solidFill>
                <a:latin typeface="+mj-lt"/>
                <a:ea typeface="+mj-ea"/>
                <a:cs typeface="+mj-cs"/>
              </a:defRPr>
            </a:lvl1pPr>
          </a:lstStyle>
          <a:p>
            <a:pPr rtl="0"/>
            <a:r>
              <a:rPr lang="fr-FR" noProof="0"/>
              <a:t>Cliquez pour modifier le style du titre du masque</a:t>
            </a:r>
          </a:p>
        </p:txBody>
      </p:sp>
      <p:sp>
        <p:nvSpPr>
          <p:cNvPr id="3" name="Sous-titre 2"/>
          <p:cNvSpPr>
            <a:spLocks noGrp="1"/>
          </p:cNvSpPr>
          <p:nvPr>
            <p:ph type="subTitle" idx="1"/>
          </p:nvPr>
        </p:nvSpPr>
        <p:spPr>
          <a:xfrm>
            <a:off x="4059707" y="4297679"/>
            <a:ext cx="4072586" cy="1463040"/>
          </a:xfrm>
        </p:spPr>
        <p:txBody>
          <a:bodyPr lIns="91440" rIns="91440" rtlCol="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Modifiez le style des sous-titres du masque</a:t>
            </a:r>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Diapositive de titre_Jaune foncé">
    <p:bg>
      <p:bgPr>
        <a:solidFill>
          <a:schemeClr val="bg1">
            <a:lumMod val="95000"/>
          </a:schemeClr>
        </a:solidFill>
        <a:effectLst/>
      </p:bgPr>
    </p:bg>
    <p:spTree>
      <p:nvGrpSpPr>
        <p:cNvPr id="1" name=""/>
        <p:cNvGrpSpPr/>
        <p:nvPr/>
      </p:nvGrpSpPr>
      <p:grpSpPr>
        <a:xfrm>
          <a:off x="0" y="0"/>
          <a:ext cx="0" cy="0"/>
          <a:chOff x="0" y="0"/>
          <a:chExt cx="0" cy="0"/>
        </a:xfrm>
      </p:grpSpPr>
      <p:sp>
        <p:nvSpPr>
          <p:cNvPr id="19" name="Espace réservé d’image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rtlCol="0" anchor="ctr">
            <a:noAutofit/>
          </a:bodyPr>
          <a:lstStyle>
            <a:lvl1pPr marL="0" indent="0" algn="ctr">
              <a:buNone/>
              <a:defRPr/>
            </a:lvl1pPr>
          </a:lstStyle>
          <a:p>
            <a:pPr rtl="0"/>
            <a:r>
              <a:rPr lang="fr-FR" noProof="0"/>
              <a:t>Insérer image</a:t>
            </a:r>
          </a:p>
        </p:txBody>
      </p:sp>
      <p:sp>
        <p:nvSpPr>
          <p:cNvPr id="7" name="Espace réservé du texte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2" name="Espace réservé du texte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10" name="Espace réservé du texte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rtlCol="0"/>
          <a:lstStyle>
            <a:lvl1pPr marL="0" indent="0" algn="ctr">
              <a:buNone/>
              <a:defRPr>
                <a:solidFill>
                  <a:schemeClr val="tx1">
                    <a:alpha val="0"/>
                  </a:schemeClr>
                </a:solidFill>
              </a:defRPr>
            </a:lvl1pPr>
          </a:lstStyle>
          <a:p>
            <a:pPr lvl="0" rtl="0"/>
            <a:r>
              <a:rPr lang="fr-FR" noProof="0"/>
              <a:t>I</a:t>
            </a:r>
          </a:p>
        </p:txBody>
      </p:sp>
      <p:sp>
        <p:nvSpPr>
          <p:cNvPr id="2" name="Titre 1"/>
          <p:cNvSpPr>
            <a:spLocks noGrp="1"/>
          </p:cNvSpPr>
          <p:nvPr>
            <p:ph type="ctrTitle"/>
          </p:nvPr>
        </p:nvSpPr>
        <p:spPr>
          <a:xfrm>
            <a:off x="3163809" y="1905000"/>
            <a:ext cx="5864382" cy="2275238"/>
          </a:xfrm>
        </p:spPr>
        <p:txBody>
          <a:bodyPr rtlCol="0" anchor="t">
            <a:normAutofit/>
          </a:bodyPr>
          <a:lstStyle>
            <a:lvl1pPr algn="ctr">
              <a:defRPr lang="en-US" sz="5000" kern="1200" cap="all" spc="100" baseline="0" dirty="0">
                <a:solidFill>
                  <a:schemeClr val="bg1"/>
                </a:solidFill>
                <a:latin typeface="+mj-lt"/>
                <a:ea typeface="+mj-ea"/>
                <a:cs typeface="+mj-cs"/>
              </a:defRPr>
            </a:lvl1pPr>
          </a:lstStyle>
          <a:p>
            <a:pPr rtl="0"/>
            <a:r>
              <a:rPr lang="fr-FR" noProof="0"/>
              <a:t>Modifiez le style du titre</a:t>
            </a:r>
          </a:p>
        </p:txBody>
      </p:sp>
      <p:sp>
        <p:nvSpPr>
          <p:cNvPr id="3" name="Sous-titre 2"/>
          <p:cNvSpPr>
            <a:spLocks noGrp="1"/>
          </p:cNvSpPr>
          <p:nvPr>
            <p:ph type="subTitle" idx="1"/>
          </p:nvPr>
        </p:nvSpPr>
        <p:spPr>
          <a:xfrm>
            <a:off x="4059707" y="4297679"/>
            <a:ext cx="4072586" cy="1463040"/>
          </a:xfrm>
        </p:spPr>
        <p:txBody>
          <a:bodyPr lIns="91440" rIns="91440" rtlCol="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Modifiez le style des sous-titres du masque</a:t>
            </a:r>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Diapositive de titre">
    <p:bg>
      <p:bgPr>
        <a:solidFill>
          <a:schemeClr val="bg1">
            <a:lumMod val="95000"/>
          </a:schemeClr>
        </a:solidFill>
        <a:effectLst/>
      </p:bgPr>
    </p:bg>
    <p:spTree>
      <p:nvGrpSpPr>
        <p:cNvPr id="1" name=""/>
        <p:cNvGrpSpPr/>
        <p:nvPr/>
      </p:nvGrpSpPr>
      <p:grpSpPr>
        <a:xfrm>
          <a:off x="0" y="0"/>
          <a:ext cx="0" cy="0"/>
          <a:chOff x="0" y="0"/>
          <a:chExt cx="0" cy="0"/>
        </a:xfrm>
      </p:grpSpPr>
      <p:sp>
        <p:nvSpPr>
          <p:cNvPr id="22" name="Espace réservé du texte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rtlCol="0">
            <a:noAutofit/>
          </a:bodyPr>
          <a:lstStyle>
            <a:lvl1pPr marL="0" indent="0">
              <a:buNone/>
              <a:defRPr>
                <a:solidFill>
                  <a:schemeClr val="tx1">
                    <a:alpha val="0"/>
                  </a:schemeClr>
                </a:solidFill>
              </a:defRPr>
            </a:lvl1pPr>
          </a:lstStyle>
          <a:p>
            <a:pPr lvl="0" rtl="0"/>
            <a:r>
              <a:rPr lang="fr-FR" noProof="0"/>
              <a:t>I</a:t>
            </a:r>
          </a:p>
        </p:txBody>
      </p:sp>
      <p:sp>
        <p:nvSpPr>
          <p:cNvPr id="15" name="Espace réservé d’image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rtlCol="0" anchor="ctr">
            <a:noAutofit/>
          </a:bodyPr>
          <a:lstStyle>
            <a:lvl1pPr marL="0" indent="0" algn="ctr">
              <a:buNone/>
              <a:defRPr/>
            </a:lvl1pPr>
          </a:lstStyle>
          <a:p>
            <a:pPr rtl="0"/>
            <a:r>
              <a:rPr lang="fr-FR" noProof="0"/>
              <a:t>Insérer image</a:t>
            </a:r>
          </a:p>
        </p:txBody>
      </p:sp>
      <p:sp>
        <p:nvSpPr>
          <p:cNvPr id="17" name="Espace réservé du texte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p:nvPr>
        </p:nvSpPr>
        <p:spPr>
          <a:xfrm>
            <a:off x="933450" y="762000"/>
            <a:ext cx="4381500" cy="3429000"/>
          </a:xfrm>
        </p:spPr>
        <p:txBody>
          <a:bodyPr rtlCol="0" anchor="ctr">
            <a:normAutofit/>
          </a:bodyPr>
          <a:lstStyle>
            <a:lvl1pPr algn="ctr">
              <a:defRPr sz="5000" spc="200" baseline="0"/>
            </a:lvl1pPr>
          </a:lstStyle>
          <a:p>
            <a:pPr rtl="0"/>
            <a:r>
              <a:rPr lang="fr-FR" noProof="0"/>
              <a:t>Modifiez le style du titre</a:t>
            </a:r>
          </a:p>
        </p:txBody>
      </p:sp>
      <p:sp>
        <p:nvSpPr>
          <p:cNvPr id="3" name="Sous-titre 2"/>
          <p:cNvSpPr>
            <a:spLocks noGrp="1"/>
          </p:cNvSpPr>
          <p:nvPr>
            <p:ph type="subTitle" idx="1"/>
          </p:nvPr>
        </p:nvSpPr>
        <p:spPr>
          <a:xfrm>
            <a:off x="933450" y="4343400"/>
            <a:ext cx="4381500" cy="1355732"/>
          </a:xfrm>
        </p:spPr>
        <p:txBody>
          <a:bodyPr lIns="91440" rIns="91440" rtlCol="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Modifiez le style des sous-titres du masque</a:t>
            </a:r>
          </a:p>
        </p:txBody>
      </p:sp>
      <p:sp>
        <p:nvSpPr>
          <p:cNvPr id="7" name="Espace réservé du texte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Diapositive de titre">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rtlCol="0" anchor="ctr">
            <a:noAutofit/>
          </a:bodyPr>
          <a:lstStyle>
            <a:lvl1pPr marL="0" indent="0" algn="ctr">
              <a:buNone/>
              <a:defRPr/>
            </a:lvl1pPr>
          </a:lstStyle>
          <a:p>
            <a:pPr rtl="0"/>
            <a:r>
              <a:rPr lang="fr-FR" noProof="0"/>
              <a:t>Insérer image</a:t>
            </a:r>
          </a:p>
        </p:txBody>
      </p:sp>
      <p:sp>
        <p:nvSpPr>
          <p:cNvPr id="17" name="Espace réservé du texte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p:nvPr>
        </p:nvSpPr>
        <p:spPr>
          <a:xfrm>
            <a:off x="1257300" y="1447800"/>
            <a:ext cx="4114800" cy="3962400"/>
          </a:xfrm>
        </p:spPr>
        <p:txBody>
          <a:bodyPr rtlCol="0" anchor="ctr">
            <a:normAutofit/>
          </a:bodyPr>
          <a:lstStyle>
            <a:lvl1pPr algn="ctr">
              <a:defRPr sz="5000" spc="200" baseline="0"/>
            </a:lvl1pPr>
          </a:lstStyle>
          <a:p>
            <a:pPr rtl="0"/>
            <a:r>
              <a:rPr lang="fr-FR" noProof="0"/>
              <a:t>Modifiez le style du titre</a:t>
            </a:r>
          </a:p>
        </p:txBody>
      </p:sp>
      <p:sp>
        <p:nvSpPr>
          <p:cNvPr id="3" name="Sous-titre 2"/>
          <p:cNvSpPr>
            <a:spLocks noGrp="1"/>
          </p:cNvSpPr>
          <p:nvPr>
            <p:ph type="subTitle" idx="1"/>
          </p:nvPr>
        </p:nvSpPr>
        <p:spPr>
          <a:xfrm>
            <a:off x="6057900" y="4495801"/>
            <a:ext cx="4876800" cy="609600"/>
          </a:xfrm>
        </p:spPr>
        <p:txBody>
          <a:bodyPr lIns="91440" rIns="91440" rtlCol="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Modifiez le style des sous-titres du masque</a:t>
            </a:r>
          </a:p>
        </p:txBody>
      </p:sp>
      <p:sp>
        <p:nvSpPr>
          <p:cNvPr id="7" name="Espace réservé du texte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8" name="Espace réservé du texte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re et conten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2667000"/>
            <a:ext cx="10288693" cy="3660648"/>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0" name="Espace réservé d’image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rtlCol="0" anchor="ctr">
            <a:noAutofit/>
          </a:bodyPr>
          <a:lstStyle>
            <a:lvl1pPr marL="0" indent="0" algn="ctr">
              <a:buNone/>
              <a:defRPr sz="1600">
                <a:solidFill>
                  <a:schemeClr val="bg1">
                    <a:lumMod val="75000"/>
                  </a:schemeClr>
                </a:solidFill>
              </a:defRPr>
            </a:lvl1pPr>
          </a:lstStyle>
          <a:p>
            <a:pPr rtl="0"/>
            <a:r>
              <a:rPr lang="fr-FR" noProof="0"/>
              <a:t>Insérer image</a:t>
            </a:r>
          </a:p>
        </p:txBody>
      </p:sp>
      <p:sp>
        <p:nvSpPr>
          <p:cNvPr id="14" name="Espace réservé du numéro de diapositive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ise en évidence Titre-sous-titre et conten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2667000"/>
            <a:ext cx="10288693" cy="3660648"/>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0" name="Espace réservé d’image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rtlCol="0" anchor="ctr">
            <a:noAutofit/>
          </a:bodyPr>
          <a:lstStyle>
            <a:lvl1pPr marL="0" indent="0" algn="ctr">
              <a:buNone/>
              <a:defRPr sz="1600">
                <a:solidFill>
                  <a:schemeClr val="bg1">
                    <a:lumMod val="75000"/>
                  </a:schemeClr>
                </a:solidFill>
              </a:defRPr>
            </a:lvl1pPr>
          </a:lstStyle>
          <a:p>
            <a:pPr rtl="0"/>
            <a:r>
              <a:rPr lang="fr-FR" noProof="0"/>
              <a:t>Insérer image</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rtlCol="0">
            <a:spAutoFit/>
          </a:bodyPr>
          <a:lstStyle>
            <a:lvl1pPr marL="0" indent="0">
              <a:buNone/>
              <a:defRPr sz="2400" b="0">
                <a:solidFill>
                  <a:schemeClr val="bg1"/>
                </a:solidFill>
              </a:defRPr>
            </a:lvl1pPr>
          </a:lstStyle>
          <a:p>
            <a:pPr lvl="0" rtl="0"/>
            <a:r>
              <a:rPr lang="fr-FR" noProof="0"/>
              <a:t>Ajouter texte supplémentaire </a:t>
            </a:r>
          </a:p>
        </p:txBody>
      </p:sp>
      <p:sp>
        <p:nvSpPr>
          <p:cNvPr id="13" name="Espace réservé du numéro de diapositive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Sous-titre et conten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2667000"/>
            <a:ext cx="10288693" cy="3660648"/>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0" name="Espace réservé d’image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rtlCol="0" anchor="ctr">
            <a:noAutofit/>
          </a:bodyPr>
          <a:lstStyle>
            <a:lvl1pPr marL="0" indent="0" algn="ctr">
              <a:buNone/>
              <a:defRPr sz="1600">
                <a:solidFill>
                  <a:schemeClr val="bg1">
                    <a:lumMod val="75000"/>
                  </a:schemeClr>
                </a:solidFill>
              </a:defRPr>
            </a:lvl1pPr>
          </a:lstStyle>
          <a:p>
            <a:pPr rtl="0"/>
            <a:r>
              <a:rPr lang="fr-FR" noProof="0"/>
              <a:t>Insérer image</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fr-FR" noProof="0"/>
              <a:t>Ajouter texte supplémentaire </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UNIQUEMENT_Ble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UNIQUEMENT_vert océa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UNIQUEMENT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UNIQUEMENT_Ros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UNIQUEMENT_Bleu clai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UNIQUEMENT_Gri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UNIQUEMENT_Bleu_Triangle correctif BG">
    <p:spTree>
      <p:nvGrpSpPr>
        <p:cNvPr id="1" name=""/>
        <p:cNvGrpSpPr/>
        <p:nvPr/>
      </p:nvGrpSpPr>
      <p:grpSpPr>
        <a:xfrm>
          <a:off x="0" y="0"/>
          <a:ext cx="0" cy="0"/>
          <a:chOff x="0" y="0"/>
          <a:chExt cx="0" cy="0"/>
        </a:xfrm>
      </p:grpSpPr>
      <p:sp>
        <p:nvSpPr>
          <p:cNvPr id="8" name="Forme libre : Forme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fr-FR"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sous-titre, contenu et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1" y="2667000"/>
            <a:ext cx="5775960" cy="3660648"/>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0" name="Espace réservé d’image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rtlCol="0" anchor="ctr">
            <a:noAutofit/>
          </a:bodyPr>
          <a:lstStyle>
            <a:lvl1pPr marL="0" indent="0" algn="ctr">
              <a:buNone/>
              <a:defRPr sz="1600">
                <a:solidFill>
                  <a:schemeClr val="bg1">
                    <a:lumMod val="75000"/>
                  </a:schemeClr>
                </a:solidFill>
              </a:defRPr>
            </a:lvl1pPr>
          </a:lstStyle>
          <a:p>
            <a:pPr rtl="0"/>
            <a:r>
              <a:rPr lang="fr-FR" noProof="0"/>
              <a:t>Insérer image</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fr-FR" noProof="0"/>
              <a:t>Ajouter texte supplémentaire </a:t>
            </a:r>
          </a:p>
        </p:txBody>
      </p:sp>
      <p:sp>
        <p:nvSpPr>
          <p:cNvPr id="9" name="Espace réservé d’image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3" name="Espace réservé du numéro de diapositive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re Sous-titre Contenu et Image_Barre de forme supérie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1" y="2667000"/>
            <a:ext cx="5775960" cy="3660648"/>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fr-FR" noProof="0"/>
              <a:t>Ajouter texte supplémentaire </a:t>
            </a:r>
          </a:p>
        </p:txBody>
      </p:sp>
      <p:sp>
        <p:nvSpPr>
          <p:cNvPr id="9" name="Espace réservé d’image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3" name="Espace réservé du numéro de diapositive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Sous-titre Contenu et Image_Barre de forme blanche supérieure">
    <p:spTree>
      <p:nvGrpSpPr>
        <p:cNvPr id="1" name=""/>
        <p:cNvGrpSpPr/>
        <p:nvPr/>
      </p:nvGrpSpPr>
      <p:grpSpPr>
        <a:xfrm>
          <a:off x="0" y="0"/>
          <a:ext cx="0" cy="0"/>
          <a:chOff x="0" y="0"/>
          <a:chExt cx="0" cy="0"/>
        </a:xfrm>
      </p:grpSpPr>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2" name="Espace réservé du texte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rtlCol="0"/>
          <a:lstStyle>
            <a:lvl1pPr marL="0" indent="0">
              <a:buNone/>
              <a:defRPr>
                <a:solidFill>
                  <a:schemeClr val="tx1">
                    <a:alpha val="0"/>
                  </a:schemeClr>
                </a:solidFill>
              </a:defRPr>
            </a:lvl1pPr>
          </a:lstStyle>
          <a:p>
            <a:pPr lvl="0" rtl="0"/>
            <a:r>
              <a:rPr lang="fr-FR"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1" y="2667000"/>
            <a:ext cx="5775960" cy="3660648"/>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fr-FR" noProof="0"/>
              <a:t>Ajouter texte supplémentaire </a:t>
            </a:r>
          </a:p>
        </p:txBody>
      </p:sp>
      <p:sp>
        <p:nvSpPr>
          <p:cNvPr id="16" name="Espace réservé du numéro de diapositive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re sous-titre contenu et demi-image horizontale_Barre de forme supérieure">
    <p:spTree>
      <p:nvGrpSpPr>
        <p:cNvPr id="1" name=""/>
        <p:cNvGrpSpPr/>
        <p:nvPr/>
      </p:nvGrpSpPr>
      <p:grpSpPr>
        <a:xfrm>
          <a:off x="0" y="0"/>
          <a:ext cx="0" cy="0"/>
          <a:chOff x="0" y="0"/>
          <a:chExt cx="0" cy="0"/>
        </a:xfrm>
      </p:grpSpPr>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4709677"/>
            <a:ext cx="11094717" cy="1500876"/>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fr-FR" noProof="0"/>
              <a:t>Ajouter texte supplémentaire </a:t>
            </a:r>
          </a:p>
        </p:txBody>
      </p:sp>
      <p:sp>
        <p:nvSpPr>
          <p:cNvPr id="13" name="Espace réservé du numéro de diapositive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re Sous-titre Contenu et demi-image_Barre de forme supérieure">
    <p:spTree>
      <p:nvGrpSpPr>
        <p:cNvPr id="1" name=""/>
        <p:cNvGrpSpPr/>
        <p:nvPr/>
      </p:nvGrpSpPr>
      <p:grpSpPr>
        <a:xfrm>
          <a:off x="0" y="0"/>
          <a:ext cx="0" cy="0"/>
          <a:chOff x="0" y="0"/>
          <a:chExt cx="0" cy="0"/>
        </a:xfrm>
      </p:grpSpPr>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6553200" y="2667001"/>
            <a:ext cx="5090157" cy="3543552"/>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rtlCol="0">
            <a:spAutoFit/>
          </a:bodyPr>
          <a:lstStyle>
            <a:lvl1pPr marL="0" indent="0">
              <a:buNone/>
              <a:defRPr sz="2400" b="0">
                <a:solidFill>
                  <a:schemeClr val="tx2"/>
                </a:solidFill>
              </a:defRPr>
            </a:lvl1pPr>
          </a:lstStyle>
          <a:p>
            <a:pPr lvl="0" rtl="0"/>
            <a:r>
              <a:rPr lang="fr-FR" noProof="0"/>
              <a:t>Ajouter texte supplémentaire </a:t>
            </a:r>
          </a:p>
        </p:txBody>
      </p:sp>
      <p:sp>
        <p:nvSpPr>
          <p:cNvPr id="13" name="Espace réservé du numéro de diapositive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de titre de demi-image et Barre de forme supérie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4617492"/>
            <a:ext cx="9890759" cy="1527048"/>
          </a:xfrm>
        </p:spPr>
        <p:txBody>
          <a:bodyPr lIns="91440" rIns="91440" rtlCol="0">
            <a:normAutofit/>
          </a:bodyPr>
          <a:lstStyle>
            <a:lvl1pPr>
              <a:defRPr sz="1800"/>
            </a:lvl1pPr>
            <a:lvl2pPr>
              <a:defRPr sz="1600"/>
            </a:lvl2pPr>
            <a:lvl3pPr>
              <a:defRPr sz="1400"/>
            </a:lvl3pPr>
            <a:lvl4pPr>
              <a:defRPr sz="1200"/>
            </a:lvl4pPr>
            <a:lvl5pPr>
              <a:defRPr sz="1200"/>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rtlCol="0" anchor="ctr"/>
          <a:lstStyle>
            <a:lvl1pPr marL="0" indent="0" algn="ctr">
              <a:buNone/>
              <a:defRPr>
                <a:solidFill>
                  <a:schemeClr val="bg1">
                    <a:lumMod val="50000"/>
                  </a:schemeClr>
                </a:solidFill>
              </a:defRPr>
            </a:lvl1pPr>
          </a:lstStyle>
          <a:p>
            <a:pPr rtl="0"/>
            <a:r>
              <a:rPr lang="fr-FR" noProof="0"/>
              <a:t>Insérer une image</a:t>
            </a:r>
          </a:p>
        </p:txBody>
      </p:sp>
      <p:sp>
        <p:nvSpPr>
          <p:cNvPr id="12" name="Espace réservé du numéro de diapositive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mi-image Titre deux colonnes Contenu et barre de forme supérieure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1" y="4617492"/>
            <a:ext cx="5212080" cy="1527048"/>
          </a:xfrm>
        </p:spPr>
        <p:txBody>
          <a:bodyPr lIns="91440" rIns="91440" rtlCol="0">
            <a:normAutofit/>
          </a:bodyPr>
          <a:lstStyle>
            <a:lvl1pPr>
              <a:defRPr sz="1800"/>
            </a:lvl1pPr>
            <a:lvl2pPr>
              <a:defRPr sz="1600"/>
            </a:lvl2pPr>
            <a:lvl3pPr>
              <a:defRPr sz="1400"/>
            </a:lvl3pPr>
            <a:lvl4pPr>
              <a:defRPr sz="1200"/>
            </a:lvl4pPr>
            <a:lvl5pPr>
              <a:defRPr sz="1200"/>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rtlCol="0" anchor="ctr"/>
          <a:lstStyle>
            <a:lvl1pPr marL="0" indent="0" algn="ctr">
              <a:buNone/>
              <a:defRPr>
                <a:solidFill>
                  <a:schemeClr val="bg1">
                    <a:lumMod val="50000"/>
                  </a:schemeClr>
                </a:solidFill>
              </a:defRPr>
            </a:lvl1pPr>
          </a:lstStyle>
          <a:p>
            <a:pPr rtl="0"/>
            <a:r>
              <a:rPr lang="fr-FR" noProof="0"/>
              <a:t>Insérer une image</a:t>
            </a:r>
          </a:p>
        </p:txBody>
      </p:sp>
      <p:sp>
        <p:nvSpPr>
          <p:cNvPr id="12" name="Espace réservé du contenu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6446520" y="4617492"/>
            <a:ext cx="5212080" cy="1527048"/>
          </a:xfrm>
        </p:spPr>
        <p:txBody>
          <a:bodyPr lIns="91440" rIns="91440" rtlCol="0">
            <a:normAutofit/>
          </a:bodyPr>
          <a:lstStyle>
            <a:lvl1pPr>
              <a:defRPr sz="1800"/>
            </a:lvl1pPr>
            <a:lvl2pPr>
              <a:defRPr sz="1600"/>
            </a:lvl2pPr>
            <a:lvl3pPr>
              <a:defRPr sz="1400"/>
            </a:lvl3pPr>
            <a:lvl4pPr>
              <a:defRPr sz="1200"/>
            </a:lvl4pPr>
            <a:lvl5pPr>
              <a:defRPr sz="1200"/>
            </a:lvl5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4" name="Espace réservé du numéro de diapositive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Demi-image Titre deux colonnes Contenu et barre de forme supérieure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3" name="Espace réservé du texte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rtlCol="0"/>
          <a:lstStyle>
            <a:lvl1pPr marL="0" indent="0">
              <a:buNone/>
              <a:defRPr>
                <a:solidFill>
                  <a:schemeClr val="tx1">
                    <a:alpha val="0"/>
                  </a:schemeClr>
                </a:solidFill>
              </a:defRPr>
            </a:lvl1pPr>
          </a:lstStyle>
          <a:p>
            <a:pPr lvl="0" rtl="0"/>
            <a:r>
              <a:rPr lang="fr-FR" noProof="0"/>
              <a:t>I</a:t>
            </a:r>
          </a:p>
        </p:txBody>
      </p:sp>
      <p:sp>
        <p:nvSpPr>
          <p:cNvPr id="12" name="Espace réservé du contenu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rtlCol="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rtl="0"/>
            <a:r>
              <a:rPr lang="fr-FR" noProof="0"/>
              <a:t>Contenu important</a:t>
            </a:r>
          </a:p>
        </p:txBody>
      </p:sp>
      <p:sp>
        <p:nvSpPr>
          <p:cNvPr id="8" name="Espace réservé d’image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rtlCol="0" anchor="ctr"/>
          <a:lstStyle>
            <a:lvl1pPr marL="0" indent="0" algn="ctr">
              <a:buNone/>
              <a:defRPr/>
            </a:lvl1pPr>
          </a:lstStyle>
          <a:p>
            <a:pPr rtl="0"/>
            <a:r>
              <a:rPr lang="fr-FR" noProof="0"/>
              <a:t>Icône</a:t>
            </a:r>
          </a:p>
        </p:txBody>
      </p:sp>
      <p:sp>
        <p:nvSpPr>
          <p:cNvPr id="15" name="Espace réservé du numéro de diapositive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mi image Multiple images Titre Deux colonnes Contenu et Barre de forme supérie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4" name="Espace réservé d’image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5" name="Espace réservé d’image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6" name="Espace réservé d’image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une image</a:t>
            </a:r>
          </a:p>
        </p:txBody>
      </p:sp>
      <p:sp>
        <p:nvSpPr>
          <p:cNvPr id="13" name="Espace réservé du numéro de diapositive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entière avec barre supérie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rtlCol="0" anchor="ctr"/>
          <a:lstStyle>
            <a:lvl1pPr marL="0" indent="0" algn="ctr">
              <a:buNone/>
              <a:defRPr>
                <a:solidFill>
                  <a:schemeClr val="bg1">
                    <a:lumMod val="50000"/>
                  </a:schemeClr>
                </a:solidFill>
              </a:defRPr>
            </a:lvl1pPr>
          </a:lstStyle>
          <a:p>
            <a:pPr rtl="0"/>
            <a:r>
              <a:rPr lang="fr-FR" noProof="0"/>
              <a:t>Insérer une image</a:t>
            </a:r>
          </a:p>
        </p:txBody>
      </p:sp>
      <p:sp>
        <p:nvSpPr>
          <p:cNvPr id="10" name="Espace réservé du numéro de diapositive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2" name="Titr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rtlCol="0"/>
          <a:lstStyle/>
          <a:p>
            <a:pPr rtl="0"/>
            <a:r>
              <a:rPr lang="fr-FR" noProof="0"/>
              <a:t>Modifiez le style du titre</a:t>
            </a:r>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entière">
    <p:spTree>
      <p:nvGrpSpPr>
        <p:cNvPr id="1" name=""/>
        <p:cNvGrpSpPr/>
        <p:nvPr/>
      </p:nvGrpSpPr>
      <p:grpSpPr>
        <a:xfrm>
          <a:off x="0" y="0"/>
          <a:ext cx="0" cy="0"/>
          <a:chOff x="0" y="0"/>
          <a:chExt cx="0" cy="0"/>
        </a:xfrm>
      </p:grpSpPr>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rtlCol="0" anchor="ctr"/>
          <a:lstStyle>
            <a:lvl1pPr marL="0" indent="0" algn="ctr">
              <a:buNone/>
              <a:defRPr>
                <a:solidFill>
                  <a:schemeClr val="bg1">
                    <a:lumMod val="50000"/>
                  </a:schemeClr>
                </a:solidFill>
              </a:defRPr>
            </a:lvl1pPr>
          </a:lstStyle>
          <a:p>
            <a:pPr rtl="0"/>
            <a:r>
              <a:rPr lang="fr-FR" noProof="0"/>
              <a:t>Insérer une image</a:t>
            </a:r>
          </a:p>
        </p:txBody>
      </p:sp>
      <p:sp>
        <p:nvSpPr>
          <p:cNvPr id="7" name="Espace réservé du numéro de diapositive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2" name="Titr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rtlCol="0"/>
          <a:lstStyle/>
          <a:p>
            <a:pPr rtl="0"/>
            <a:r>
              <a:rPr lang="fr-FR" noProof="0"/>
              <a:t>Modifiez le style du titre</a:t>
            </a:r>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Image entière">
    <p:spTree>
      <p:nvGrpSpPr>
        <p:cNvPr id="1" name=""/>
        <p:cNvGrpSpPr/>
        <p:nvPr/>
      </p:nvGrpSpPr>
      <p:grpSpPr>
        <a:xfrm>
          <a:off x="0" y="0"/>
          <a:ext cx="0" cy="0"/>
          <a:chOff x="0" y="0"/>
          <a:chExt cx="0" cy="0"/>
        </a:xfrm>
      </p:grpSpPr>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rtlCol="0" anchor="ctr"/>
          <a:lstStyle>
            <a:lvl1pPr marL="0" indent="0" algn="ctr">
              <a:buNone/>
              <a:defRPr>
                <a:solidFill>
                  <a:schemeClr val="bg1">
                    <a:lumMod val="50000"/>
                  </a:schemeClr>
                </a:solidFill>
              </a:defRPr>
            </a:lvl1pPr>
          </a:lstStyle>
          <a:p>
            <a:pPr rtl="0"/>
            <a:r>
              <a:rPr lang="fr-FR" noProof="0"/>
              <a:t>Insérer une image</a:t>
            </a:r>
          </a:p>
        </p:txBody>
      </p:sp>
      <p:sp>
        <p:nvSpPr>
          <p:cNvPr id="6" name="Espace réservé du texte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rtlCol="0"/>
          <a:lstStyle>
            <a:lvl1pPr marL="0" indent="0">
              <a:buNone/>
              <a:defRPr>
                <a:solidFill>
                  <a:schemeClr val="tx1">
                    <a:alpha val="0"/>
                  </a:schemeClr>
                </a:solidFill>
              </a:defRPr>
            </a:lvl1pPr>
          </a:lstStyle>
          <a:p>
            <a:pPr lvl="0" rtl="0"/>
            <a:r>
              <a:rPr lang="fr-FR" noProof="0"/>
              <a:t>I</a:t>
            </a:r>
          </a:p>
        </p:txBody>
      </p:sp>
      <p:sp>
        <p:nvSpPr>
          <p:cNvPr id="7" name="Espace réservé du contenu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rtlCol="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rtl="0"/>
            <a:r>
              <a:rPr lang="fr-FR" noProof="0"/>
              <a:t>Contenu important</a:t>
            </a:r>
          </a:p>
        </p:txBody>
      </p:sp>
      <p:sp>
        <p:nvSpPr>
          <p:cNvPr id="10" name="Espace réservé du numéro de diapositive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2" name="Titre 1">
            <a:extLst>
              <a:ext uri="{FF2B5EF4-FFF2-40B4-BE49-F238E27FC236}">
                <a16:creationId xmlns:a16="http://schemas.microsoft.com/office/drawing/2014/main" id="{5E2D4840-4EB5-4438-9A16-D0006A68A19E}"/>
              </a:ext>
            </a:extLst>
          </p:cNvPr>
          <p:cNvSpPr>
            <a:spLocks noGrp="1"/>
          </p:cNvSpPr>
          <p:nvPr>
            <p:ph type="title" hasCustomPrompt="1"/>
          </p:nvPr>
        </p:nvSpPr>
        <p:spPr>
          <a:xfrm>
            <a:off x="548640" y="548640"/>
            <a:ext cx="11106150" cy="641329"/>
          </a:xfrm>
        </p:spPr>
        <p:txBody>
          <a:bodyPr rtlCol="0"/>
          <a:lstStyle/>
          <a:p>
            <a:pPr rtl="0"/>
            <a:r>
              <a:rPr lang="fr-FR" noProof="0"/>
              <a:t>Cliquez pour modifier le style du titre du masque</a:t>
            </a:r>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Image entière">
    <p:spTree>
      <p:nvGrpSpPr>
        <p:cNvPr id="1" name=""/>
        <p:cNvGrpSpPr/>
        <p:nvPr/>
      </p:nvGrpSpPr>
      <p:grpSpPr>
        <a:xfrm>
          <a:off x="0" y="0"/>
          <a:ext cx="0" cy="0"/>
          <a:chOff x="0" y="0"/>
          <a:chExt cx="0" cy="0"/>
        </a:xfrm>
      </p:grpSpPr>
      <p:sp>
        <p:nvSpPr>
          <p:cNvPr id="9" name="Espace réservé d’image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rtlCol="0" anchor="ctr"/>
          <a:lstStyle>
            <a:lvl1pPr marL="0" indent="0" algn="ctr">
              <a:buNone/>
              <a:defRPr>
                <a:solidFill>
                  <a:schemeClr val="bg1">
                    <a:lumMod val="50000"/>
                  </a:schemeClr>
                </a:solidFill>
              </a:defRPr>
            </a:lvl1pPr>
          </a:lstStyle>
          <a:p>
            <a:pPr rtl="0"/>
            <a:r>
              <a:rPr lang="fr-FR" noProof="0"/>
              <a:t>Insérer une image</a:t>
            </a:r>
          </a:p>
        </p:txBody>
      </p:sp>
      <p:sp>
        <p:nvSpPr>
          <p:cNvPr id="6" name="Espace réservé du texte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rtlCol="0"/>
          <a:lstStyle>
            <a:lvl1pPr marL="0" indent="0">
              <a:buNone/>
              <a:defRPr>
                <a:solidFill>
                  <a:schemeClr val="tx1">
                    <a:alpha val="0"/>
                  </a:schemeClr>
                </a:solidFill>
              </a:defRPr>
            </a:lvl1pPr>
          </a:lstStyle>
          <a:p>
            <a:pPr lvl="0" rtl="0"/>
            <a:r>
              <a:rPr lang="fr-FR" noProof="0"/>
              <a:t>I</a:t>
            </a:r>
          </a:p>
        </p:txBody>
      </p:sp>
      <p:sp>
        <p:nvSpPr>
          <p:cNvPr id="7" name="Espace réservé du contenu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rtlCol="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rtl="0"/>
            <a:r>
              <a:rPr lang="fr-FR" noProof="0"/>
              <a:t>Contenu important</a:t>
            </a:r>
          </a:p>
        </p:txBody>
      </p:sp>
      <p:sp>
        <p:nvSpPr>
          <p:cNvPr id="10" name="Espace réservé du numéro de diapositive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2" name="Titre 1">
            <a:extLst>
              <a:ext uri="{FF2B5EF4-FFF2-40B4-BE49-F238E27FC236}">
                <a16:creationId xmlns:a16="http://schemas.microsoft.com/office/drawing/2014/main" id="{75614DBA-0879-4C83-B4B4-EECB085A204E}"/>
              </a:ext>
            </a:extLst>
          </p:cNvPr>
          <p:cNvSpPr>
            <a:spLocks noGrp="1"/>
          </p:cNvSpPr>
          <p:nvPr>
            <p:ph type="title" hasCustomPrompt="1"/>
          </p:nvPr>
        </p:nvSpPr>
        <p:spPr>
          <a:xfrm>
            <a:off x="548640" y="548640"/>
            <a:ext cx="11106150" cy="441960"/>
          </a:xfrm>
        </p:spPr>
        <p:txBody>
          <a:bodyPr rtlCol="0"/>
          <a:lstStyle/>
          <a:p>
            <a:pPr rtl="0"/>
            <a:r>
              <a:rPr lang="fr-FR" noProof="0"/>
              <a:t>Cliquez pour modifier le style du titre du masque</a:t>
            </a:r>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re Sous-titre Contenu et demi-image_Barre de forme supérie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4021648"/>
            <a:ext cx="5090157" cy="1884265"/>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rtlCol="0">
            <a:spAutoFit/>
          </a:bodyPr>
          <a:lstStyle>
            <a:lvl1pPr marL="0" indent="0">
              <a:buNone/>
              <a:defRPr sz="2400" b="1">
                <a:solidFill>
                  <a:schemeClr val="tx2"/>
                </a:solidFill>
              </a:defRPr>
            </a:lvl1pPr>
          </a:lstStyle>
          <a:p>
            <a:pPr lvl="0" rtl="0"/>
            <a:r>
              <a:rPr lang="fr-FR" noProof="0"/>
              <a:t>AJOUTER TEXTE SUPPLÉMENTAIRE </a:t>
            </a:r>
          </a:p>
        </p:txBody>
      </p:sp>
      <p:sp>
        <p:nvSpPr>
          <p:cNvPr id="12" name="Espace réservé du contenu 6">
            <a:extLst>
              <a:ext uri="{FF2B5EF4-FFF2-40B4-BE49-F238E27FC236}">
                <a16:creationId xmlns:a16="http://schemas.microsoft.com/office/drawing/2014/main" id="{2E79C3B8-3CB6-4D76-8182-4489C35C869A}"/>
              </a:ext>
            </a:extLst>
          </p:cNvPr>
          <p:cNvSpPr>
            <a:spLocks noGrp="1"/>
          </p:cNvSpPr>
          <p:nvPr>
            <p:ph sz="quarter" idx="19" hasCustomPrompt="1"/>
          </p:nvPr>
        </p:nvSpPr>
        <p:spPr>
          <a:xfrm>
            <a:off x="6527803" y="4021648"/>
            <a:ext cx="5090157" cy="1884265"/>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3" name="Espace réservé du texte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rtlCol="0">
            <a:spAutoFit/>
          </a:bodyPr>
          <a:lstStyle>
            <a:lvl1pPr marL="0" indent="0">
              <a:buNone/>
              <a:defRPr sz="2400" b="1">
                <a:solidFill>
                  <a:schemeClr val="accent2"/>
                </a:solidFill>
              </a:defRPr>
            </a:lvl1pPr>
          </a:lstStyle>
          <a:p>
            <a:pPr lvl="0" rtl="0"/>
            <a:r>
              <a:rPr lang="fr-FR" noProof="0"/>
              <a:t>AJOUTER TEXTE SUPPLÉMENTAIRE </a:t>
            </a:r>
          </a:p>
        </p:txBody>
      </p:sp>
      <p:sp>
        <p:nvSpPr>
          <p:cNvPr id="14" name="Espace réservé d’image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rtlCol="0" anchor="ctr"/>
          <a:lstStyle>
            <a:lvl1pPr marL="0" indent="0" algn="ctr">
              <a:buNone/>
              <a:defRPr/>
            </a:lvl1pPr>
          </a:lstStyle>
          <a:p>
            <a:pPr rtl="0"/>
            <a:r>
              <a:rPr lang="fr-FR" noProof="0"/>
              <a:t>Icône</a:t>
            </a:r>
          </a:p>
        </p:txBody>
      </p:sp>
      <p:sp>
        <p:nvSpPr>
          <p:cNvPr id="15" name="Espace réservé d’image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rtlCol="0" anchor="ctr"/>
          <a:lstStyle>
            <a:lvl1pPr marL="0" indent="0" algn="ctr">
              <a:buNone/>
              <a:defRPr/>
            </a:lvl1pPr>
          </a:lstStyle>
          <a:p>
            <a:pPr rtl="0"/>
            <a:r>
              <a:rPr lang="fr-FR" noProof="0"/>
              <a:t>Icône</a:t>
            </a:r>
          </a:p>
        </p:txBody>
      </p:sp>
      <p:sp>
        <p:nvSpPr>
          <p:cNvPr id="17" name="Espace réservé du numéro de diapositive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re de contenu de sous-titre et de moitié Image_Top barre de form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48640" y="4021648"/>
            <a:ext cx="3474720" cy="1884265"/>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rtlCol="0">
            <a:noAutofit/>
          </a:bodyPr>
          <a:lstStyle>
            <a:lvl1pPr marL="0" indent="0">
              <a:buNone/>
              <a:defRPr sz="2400" b="1">
                <a:solidFill>
                  <a:schemeClr val="tx2"/>
                </a:solidFill>
              </a:defRPr>
            </a:lvl1pPr>
          </a:lstStyle>
          <a:p>
            <a:pPr lvl="0" rtl="0"/>
            <a:r>
              <a:rPr lang="fr-FR" noProof="0"/>
              <a:t>AJOUTER TEXTE SUPPLÉMENTAIRE </a:t>
            </a:r>
          </a:p>
        </p:txBody>
      </p:sp>
      <p:sp>
        <p:nvSpPr>
          <p:cNvPr id="12" name="Espace réservé du contenu 6">
            <a:extLst>
              <a:ext uri="{FF2B5EF4-FFF2-40B4-BE49-F238E27FC236}">
                <a16:creationId xmlns:a16="http://schemas.microsoft.com/office/drawing/2014/main" id="{2E79C3B8-3CB6-4D76-8182-4489C35C869A}"/>
              </a:ext>
            </a:extLst>
          </p:cNvPr>
          <p:cNvSpPr>
            <a:spLocks noGrp="1"/>
          </p:cNvSpPr>
          <p:nvPr>
            <p:ph sz="quarter" idx="19" hasCustomPrompt="1"/>
          </p:nvPr>
        </p:nvSpPr>
        <p:spPr>
          <a:xfrm>
            <a:off x="4358640" y="4021648"/>
            <a:ext cx="3474720" cy="1884265"/>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3" name="Espace réservé du texte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rtlCol="0">
            <a:noAutofit/>
          </a:bodyPr>
          <a:lstStyle>
            <a:lvl1pPr marL="0" indent="0">
              <a:buNone/>
              <a:defRPr sz="2400" b="1">
                <a:solidFill>
                  <a:schemeClr val="accent5"/>
                </a:solidFill>
              </a:defRPr>
            </a:lvl1pPr>
          </a:lstStyle>
          <a:p>
            <a:pPr lvl="0" rtl="0"/>
            <a:r>
              <a:rPr lang="fr-FR" noProof="0"/>
              <a:t>AJOUTER TEXTE SUPPLÉMENTAIRE </a:t>
            </a:r>
          </a:p>
        </p:txBody>
      </p:sp>
      <p:sp>
        <p:nvSpPr>
          <p:cNvPr id="14" name="Espace réservé d’image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rtlCol="0" anchor="ctr"/>
          <a:lstStyle>
            <a:lvl1pPr marL="0" indent="0" algn="ctr">
              <a:buNone/>
              <a:defRPr/>
            </a:lvl1pPr>
          </a:lstStyle>
          <a:p>
            <a:pPr rtl="0"/>
            <a:r>
              <a:rPr lang="fr-FR" noProof="0"/>
              <a:t>Icône</a:t>
            </a:r>
          </a:p>
        </p:txBody>
      </p:sp>
      <p:sp>
        <p:nvSpPr>
          <p:cNvPr id="15" name="Espace réservé d’image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rtlCol="0" anchor="ctr"/>
          <a:lstStyle>
            <a:lvl1pPr marL="0" indent="0" algn="ctr">
              <a:buNone/>
              <a:defRPr/>
            </a:lvl1pPr>
          </a:lstStyle>
          <a:p>
            <a:pPr rtl="0"/>
            <a:r>
              <a:rPr lang="fr-FR" noProof="0"/>
              <a:t>Icône</a:t>
            </a:r>
          </a:p>
        </p:txBody>
      </p:sp>
      <p:sp>
        <p:nvSpPr>
          <p:cNvPr id="16" name="Espace réservé du contenu 6">
            <a:extLst>
              <a:ext uri="{FF2B5EF4-FFF2-40B4-BE49-F238E27FC236}">
                <a16:creationId xmlns:a16="http://schemas.microsoft.com/office/drawing/2014/main" id="{F4C1E55C-86D8-4053-9865-59D5B4F8A350}"/>
              </a:ext>
            </a:extLst>
          </p:cNvPr>
          <p:cNvSpPr>
            <a:spLocks noGrp="1"/>
          </p:cNvSpPr>
          <p:nvPr>
            <p:ph sz="quarter" idx="23" hasCustomPrompt="1"/>
          </p:nvPr>
        </p:nvSpPr>
        <p:spPr>
          <a:xfrm>
            <a:off x="8168640" y="4021648"/>
            <a:ext cx="3474720" cy="1884265"/>
          </a:xfrm>
        </p:spPr>
        <p:txBody>
          <a:bodyPr lIns="91440" rIns="9144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7" name="Espace réservé du texte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rtlCol="0">
            <a:noAutofit/>
          </a:bodyPr>
          <a:lstStyle>
            <a:lvl1pPr marL="0" indent="0">
              <a:buNone/>
              <a:defRPr sz="2400" b="1">
                <a:solidFill>
                  <a:schemeClr val="accent2"/>
                </a:solidFill>
              </a:defRPr>
            </a:lvl1pPr>
          </a:lstStyle>
          <a:p>
            <a:pPr lvl="0" rtl="0"/>
            <a:r>
              <a:rPr lang="fr-FR" noProof="0"/>
              <a:t>AJOUTER TEXTE SUPPLÉMENTAIRE </a:t>
            </a:r>
          </a:p>
        </p:txBody>
      </p:sp>
      <p:sp>
        <p:nvSpPr>
          <p:cNvPr id="19" name="Espace réservé d’image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rtlCol="0" anchor="ctr"/>
          <a:lstStyle>
            <a:lvl1pPr marL="0" indent="0" algn="ctr">
              <a:buNone/>
              <a:defRPr/>
            </a:lvl1pPr>
          </a:lstStyle>
          <a:p>
            <a:pPr rtl="0"/>
            <a:r>
              <a:rPr lang="fr-FR" noProof="0"/>
              <a:t>Icône</a:t>
            </a:r>
          </a:p>
        </p:txBody>
      </p:sp>
      <p:sp>
        <p:nvSpPr>
          <p:cNvPr id="21" name="Espace réservé du numéro de diapositive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cône de titre contenu 2 lign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rtlCol="0" anchor="ctr">
            <a:noAutofit/>
          </a:bodyPr>
          <a:lstStyle>
            <a:lvl1pPr>
              <a:defRPr/>
            </a:lvl1pPr>
          </a:lstStyle>
          <a:p>
            <a:pPr lvl="0" rtl="0"/>
            <a:r>
              <a:rPr lang="fr-FR" noProof="0"/>
              <a:t>Texte de description </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rtlCol="0">
            <a:noAutofit/>
          </a:bodyPr>
          <a:lstStyle>
            <a:lvl1pPr marL="0" indent="0">
              <a:buNone/>
              <a:defRPr sz="2400" b="1">
                <a:solidFill>
                  <a:schemeClr val="tx2"/>
                </a:solidFill>
              </a:defRPr>
            </a:lvl1pPr>
          </a:lstStyle>
          <a:p>
            <a:pPr lvl="0" rtl="0"/>
            <a:r>
              <a:rPr lang="fr-FR" noProof="0"/>
              <a:t>AJOUTER TEXTE SUPPLÉMENTAIRE </a:t>
            </a:r>
          </a:p>
        </p:txBody>
      </p:sp>
      <p:sp>
        <p:nvSpPr>
          <p:cNvPr id="14" name="Espace réservé d’image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rtlCol="0" anchor="ctr"/>
          <a:lstStyle>
            <a:lvl1pPr marL="0" indent="0" algn="ctr">
              <a:buNone/>
              <a:defRPr/>
            </a:lvl1pPr>
          </a:lstStyle>
          <a:p>
            <a:pPr rtl="0"/>
            <a:r>
              <a:rPr lang="fr-FR" noProof="0"/>
              <a:t>Icône</a:t>
            </a:r>
          </a:p>
        </p:txBody>
      </p:sp>
      <p:sp>
        <p:nvSpPr>
          <p:cNvPr id="20" name="Espace réservé du contenu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rtlCol="0" anchor="ctr">
            <a:noAutofit/>
          </a:bodyPr>
          <a:lstStyle>
            <a:lvl1pPr>
              <a:defRPr/>
            </a:lvl1pPr>
          </a:lstStyle>
          <a:p>
            <a:pPr lvl="0" rtl="0"/>
            <a:r>
              <a:rPr lang="fr-FR" noProof="0"/>
              <a:t>Texte de description </a:t>
            </a:r>
          </a:p>
        </p:txBody>
      </p:sp>
      <p:sp>
        <p:nvSpPr>
          <p:cNvPr id="21" name="Espace réservé du texte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rtlCol="0">
            <a:noAutofit/>
          </a:bodyPr>
          <a:lstStyle>
            <a:lvl1pPr marL="0" indent="0">
              <a:buNone/>
              <a:defRPr sz="2400" b="1">
                <a:solidFill>
                  <a:schemeClr val="accent5"/>
                </a:solidFill>
              </a:defRPr>
            </a:lvl1pPr>
          </a:lstStyle>
          <a:p>
            <a:pPr lvl="0" rtl="0"/>
            <a:r>
              <a:rPr lang="fr-FR" noProof="0"/>
              <a:t>AJOUTER TEXTE SUPPLÉMENTAIRE </a:t>
            </a:r>
          </a:p>
        </p:txBody>
      </p:sp>
      <p:sp>
        <p:nvSpPr>
          <p:cNvPr id="22" name="Espace réservé d’image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rtlCol="0" anchor="ctr"/>
          <a:lstStyle>
            <a:lvl1pPr marL="0" indent="0" algn="ctr">
              <a:buNone/>
              <a:defRPr/>
            </a:lvl1pPr>
          </a:lstStyle>
          <a:p>
            <a:pPr rtl="0"/>
            <a:r>
              <a:rPr lang="fr-FR" noProof="0"/>
              <a:t>Icône</a:t>
            </a:r>
          </a:p>
        </p:txBody>
      </p:sp>
      <p:sp>
        <p:nvSpPr>
          <p:cNvPr id="16" name="Espace réservé du numéro de diapositive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cône de titre contenu 3 lign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rtlCol="0"/>
          <a:lstStyle>
            <a:lvl1pPr>
              <a:defRPr/>
            </a:lvl1pPr>
          </a:lstStyle>
          <a:p>
            <a:pPr lvl="0" rtl="0"/>
            <a:r>
              <a:rPr lang="fr-FR" noProof="0"/>
              <a:t>Texte de description </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547465"/>
            <a:ext cx="3810000" cy="757130"/>
          </a:xfrm>
          <a:noFill/>
        </p:spPr>
        <p:txBody>
          <a:bodyPr wrap="square" lIns="91440" rIns="91440" rtlCol="0" anchor="ctr">
            <a:spAutoFit/>
          </a:bodyPr>
          <a:lstStyle>
            <a:lvl1pPr marL="0" indent="0">
              <a:buNone/>
              <a:defRPr sz="2400" b="1">
                <a:solidFill>
                  <a:schemeClr val="tx2"/>
                </a:solidFill>
              </a:defRPr>
            </a:lvl1pPr>
          </a:lstStyle>
          <a:p>
            <a:pPr lvl="0" rtl="0"/>
            <a:r>
              <a:rPr lang="fr-FR" noProof="0"/>
              <a:t>AJOUTER TEXTE SUPPLÉMENTAIRE </a:t>
            </a:r>
          </a:p>
        </p:txBody>
      </p:sp>
      <p:sp>
        <p:nvSpPr>
          <p:cNvPr id="14" name="Espace réservé d’image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rtlCol="0" anchor="ctr"/>
          <a:lstStyle>
            <a:lvl1pPr marL="0" indent="0" algn="ctr">
              <a:buNone/>
              <a:defRPr/>
            </a:lvl1pPr>
          </a:lstStyle>
          <a:p>
            <a:pPr rtl="0"/>
            <a:r>
              <a:rPr lang="fr-FR" noProof="0"/>
              <a:t>Icône</a:t>
            </a:r>
          </a:p>
        </p:txBody>
      </p:sp>
      <p:sp>
        <p:nvSpPr>
          <p:cNvPr id="20" name="Espace réservé du contenu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rtlCol="0"/>
          <a:lstStyle>
            <a:lvl1pPr>
              <a:defRPr/>
            </a:lvl1pPr>
          </a:lstStyle>
          <a:p>
            <a:pPr lvl="0" rtl="0"/>
            <a:r>
              <a:rPr lang="fr-FR" noProof="0"/>
              <a:t>Texte de description </a:t>
            </a:r>
          </a:p>
        </p:txBody>
      </p:sp>
      <p:sp>
        <p:nvSpPr>
          <p:cNvPr id="21" name="Espace réservé du texte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680800"/>
            <a:ext cx="3810000" cy="757130"/>
          </a:xfrm>
          <a:noFill/>
        </p:spPr>
        <p:txBody>
          <a:bodyPr wrap="square" lIns="91440" rIns="91440" rtlCol="0" anchor="ctr">
            <a:spAutoFit/>
          </a:bodyPr>
          <a:lstStyle>
            <a:lvl1pPr marL="0" indent="0">
              <a:buNone/>
              <a:defRPr sz="2400" b="1">
                <a:solidFill>
                  <a:schemeClr val="accent5"/>
                </a:solidFill>
              </a:defRPr>
            </a:lvl1pPr>
          </a:lstStyle>
          <a:p>
            <a:pPr lvl="0" rtl="0"/>
            <a:r>
              <a:rPr lang="fr-FR" noProof="0"/>
              <a:t>AJOUTER TEXTE SUPPLÉMENTAIRE </a:t>
            </a:r>
          </a:p>
        </p:txBody>
      </p:sp>
      <p:sp>
        <p:nvSpPr>
          <p:cNvPr id="22" name="Espace réservé d’image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rtlCol="0" anchor="ctr"/>
          <a:lstStyle>
            <a:lvl1pPr marL="0" indent="0" algn="ctr">
              <a:buNone/>
              <a:defRPr/>
            </a:lvl1pPr>
          </a:lstStyle>
          <a:p>
            <a:pPr rtl="0"/>
            <a:r>
              <a:rPr lang="fr-FR" noProof="0"/>
              <a:t>Icône</a:t>
            </a:r>
          </a:p>
        </p:txBody>
      </p:sp>
      <p:sp>
        <p:nvSpPr>
          <p:cNvPr id="16" name="Espace réservé du numéro de diapositive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13" name="Espace réservé du contenu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rtlCol="0"/>
          <a:lstStyle>
            <a:lvl1pPr>
              <a:defRPr/>
            </a:lvl1pPr>
          </a:lstStyle>
          <a:p>
            <a:pPr lvl="0" rtl="0"/>
            <a:r>
              <a:rPr lang="fr-FR" noProof="0"/>
              <a:t>Texte de description </a:t>
            </a:r>
          </a:p>
        </p:txBody>
      </p:sp>
      <p:sp>
        <p:nvSpPr>
          <p:cNvPr id="17" name="Espace réservé du texte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814136"/>
            <a:ext cx="3810000" cy="757130"/>
          </a:xfrm>
          <a:noFill/>
        </p:spPr>
        <p:txBody>
          <a:bodyPr wrap="square" lIns="91440" rIns="91440" rtlCol="0" anchor="ctr">
            <a:spAutoFit/>
          </a:bodyPr>
          <a:lstStyle>
            <a:lvl1pPr marL="0" indent="0">
              <a:buNone/>
              <a:defRPr sz="2400" b="1">
                <a:solidFill>
                  <a:schemeClr val="accent6"/>
                </a:solidFill>
              </a:defRPr>
            </a:lvl1pPr>
          </a:lstStyle>
          <a:p>
            <a:pPr lvl="0" rtl="0"/>
            <a:r>
              <a:rPr lang="fr-FR" noProof="0"/>
              <a:t>AJOUTER TEXTE SUPPLÉMENTAIRE </a:t>
            </a:r>
          </a:p>
        </p:txBody>
      </p:sp>
      <p:sp>
        <p:nvSpPr>
          <p:cNvPr id="19" name="Espace réservé d’image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rtlCol="0" anchor="ctr"/>
          <a:lstStyle>
            <a:lvl1pPr marL="0" indent="0" algn="ctr">
              <a:buNone/>
              <a:defRPr/>
            </a:lvl1pPr>
          </a:lstStyle>
          <a:p>
            <a:pPr rtl="0"/>
            <a:r>
              <a:rPr lang="fr-FR" noProof="0"/>
              <a:t>Icône</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cône de correctif de titre Icône de contenu 3 lignes">
    <p:spTree>
      <p:nvGrpSpPr>
        <p:cNvPr id="1" name=""/>
        <p:cNvGrpSpPr/>
        <p:nvPr/>
      </p:nvGrpSpPr>
      <p:grpSpPr>
        <a:xfrm>
          <a:off x="0" y="0"/>
          <a:ext cx="0" cy="0"/>
          <a:chOff x="0" y="0"/>
          <a:chExt cx="0" cy="0"/>
        </a:xfrm>
      </p:grpSpPr>
      <p:sp>
        <p:nvSpPr>
          <p:cNvPr id="34" name="Forme libre : Form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7" name="Espace réservé du contenu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rtlCol="0" anchor="ctr">
            <a:noAutofit/>
          </a:bodyPr>
          <a:lstStyle>
            <a:lvl1pPr marL="0" indent="0">
              <a:buNone/>
              <a:defRPr sz="1400"/>
            </a:lvl1pPr>
          </a:lstStyle>
          <a:p>
            <a:pPr lvl="0" rtl="0"/>
            <a:r>
              <a:rPr lang="fr-FR" noProof="0"/>
              <a:t>Texte de description </a:t>
            </a:r>
          </a:p>
        </p:txBody>
      </p:sp>
      <p:sp>
        <p:nvSpPr>
          <p:cNvPr id="8" name="Espace réservé du texte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rtlCol="0" anchor="ctr">
            <a:noAutofit/>
          </a:bodyPr>
          <a:lstStyle>
            <a:lvl1pPr marL="0" indent="0" algn="r">
              <a:buNone/>
              <a:defRPr sz="2000" b="1">
                <a:solidFill>
                  <a:schemeClr val="tx2"/>
                </a:solidFill>
              </a:defRPr>
            </a:lvl1pPr>
          </a:lstStyle>
          <a:p>
            <a:pPr lvl="0" rtl="0"/>
            <a:r>
              <a:rPr lang="fr-FR" noProof="0"/>
              <a:t>AJOUTER TEXTE </a:t>
            </a:r>
          </a:p>
        </p:txBody>
      </p:sp>
      <p:sp>
        <p:nvSpPr>
          <p:cNvPr id="14" name="Espace réservé d’image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lvl1pPr>
          </a:lstStyle>
          <a:p>
            <a:pPr rtl="0"/>
            <a:r>
              <a:rPr lang="fr-FR" noProof="0"/>
              <a:t>Icône</a:t>
            </a:r>
          </a:p>
        </p:txBody>
      </p:sp>
      <p:sp>
        <p:nvSpPr>
          <p:cNvPr id="20" name="Espace réservé du contenu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rtlCol="0" anchor="ctr">
            <a:noAutofit/>
          </a:bodyPr>
          <a:lstStyle>
            <a:lvl1pPr marL="0" indent="0">
              <a:buNone/>
              <a:defRPr sz="1400"/>
            </a:lvl1pPr>
          </a:lstStyle>
          <a:p>
            <a:pPr lvl="0" rtl="0"/>
            <a:r>
              <a:rPr lang="fr-FR" noProof="0"/>
              <a:t>Texte de description </a:t>
            </a:r>
          </a:p>
        </p:txBody>
      </p:sp>
      <p:sp>
        <p:nvSpPr>
          <p:cNvPr id="21" name="Espace réservé du texte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rtlCol="0" anchor="ctr">
            <a:noAutofit/>
          </a:bodyPr>
          <a:lstStyle>
            <a:lvl1pPr marL="0" indent="0" algn="r">
              <a:buNone/>
              <a:defRPr sz="2000" b="1">
                <a:solidFill>
                  <a:schemeClr val="accent5"/>
                </a:solidFill>
              </a:defRPr>
            </a:lvl1pPr>
          </a:lstStyle>
          <a:p>
            <a:pPr lvl="0" rtl="0"/>
            <a:r>
              <a:rPr lang="fr-FR" noProof="0"/>
              <a:t>AJOUTER TEXTE </a:t>
            </a:r>
          </a:p>
        </p:txBody>
      </p:sp>
      <p:sp>
        <p:nvSpPr>
          <p:cNvPr id="22" name="Espace réservé d’image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lvl1pPr>
          </a:lstStyle>
          <a:p>
            <a:pPr rtl="0"/>
            <a:r>
              <a:rPr lang="fr-FR" noProof="0"/>
              <a:t>Icône</a:t>
            </a:r>
          </a:p>
        </p:txBody>
      </p:sp>
      <p:sp>
        <p:nvSpPr>
          <p:cNvPr id="16" name="Espace réservé du numéro de diapositive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13" name="Espace réservé du contenu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rtlCol="0" anchor="ctr">
            <a:noAutofit/>
          </a:bodyPr>
          <a:lstStyle>
            <a:lvl1pPr marL="0" indent="0">
              <a:buNone/>
              <a:defRPr sz="1400"/>
            </a:lvl1pPr>
          </a:lstStyle>
          <a:p>
            <a:pPr lvl="0" rtl="0"/>
            <a:r>
              <a:rPr lang="fr-FR" noProof="0"/>
              <a:t>Texte de description </a:t>
            </a:r>
          </a:p>
        </p:txBody>
      </p:sp>
      <p:sp>
        <p:nvSpPr>
          <p:cNvPr id="17" name="Espace réservé du texte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rtlCol="0" anchor="ctr">
            <a:noAutofit/>
          </a:bodyPr>
          <a:lstStyle>
            <a:lvl1pPr marL="0" indent="0" algn="r">
              <a:buNone/>
              <a:defRPr sz="2000" b="1">
                <a:solidFill>
                  <a:schemeClr val="accent6"/>
                </a:solidFill>
              </a:defRPr>
            </a:lvl1pPr>
          </a:lstStyle>
          <a:p>
            <a:pPr lvl="0" rtl="0"/>
            <a:r>
              <a:rPr lang="fr-FR" noProof="0"/>
              <a:t>AJOUTER TEXTE </a:t>
            </a:r>
          </a:p>
        </p:txBody>
      </p:sp>
      <p:sp>
        <p:nvSpPr>
          <p:cNvPr id="19" name="Espace réservé d’image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lvl1pPr>
          </a:lstStyle>
          <a:p>
            <a:pPr rtl="0"/>
            <a:r>
              <a:rPr lang="fr-FR" noProof="0"/>
              <a:t>Icône</a:t>
            </a:r>
          </a:p>
        </p:txBody>
      </p:sp>
      <p:sp>
        <p:nvSpPr>
          <p:cNvPr id="35" name="Forme libre : Forme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re de correctif Titre uniquement">
    <p:spTree>
      <p:nvGrpSpPr>
        <p:cNvPr id="1" name=""/>
        <p:cNvGrpSpPr/>
        <p:nvPr/>
      </p:nvGrpSpPr>
      <p:grpSpPr>
        <a:xfrm>
          <a:off x="0" y="0"/>
          <a:ext cx="0" cy="0"/>
          <a:chOff x="0" y="0"/>
          <a:chExt cx="0" cy="0"/>
        </a:xfrm>
      </p:grpSpPr>
      <p:sp>
        <p:nvSpPr>
          <p:cNvPr id="34" name="Forme libre : Form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6" name="Espace réservé du numéro de diapositive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15" name="Forme libre : Form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cxnSp>
        <p:nvCxnSpPr>
          <p:cNvPr id="18" name="Connecteur droit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Espace réservé d’image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image 1</a:t>
            </a:r>
          </a:p>
        </p:txBody>
      </p:sp>
      <p:sp>
        <p:nvSpPr>
          <p:cNvPr id="30" name="Espace réservé d’image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image 2</a:t>
            </a:r>
          </a:p>
        </p:txBody>
      </p:sp>
      <p:sp>
        <p:nvSpPr>
          <p:cNvPr id="31" name="Espace réservé d’image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image 3</a:t>
            </a:r>
          </a:p>
        </p:txBody>
      </p:sp>
      <p:sp>
        <p:nvSpPr>
          <p:cNvPr id="32" name="Espace réservé du texte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rtlCol="0" anchor="t">
            <a:noAutofit/>
          </a:bodyPr>
          <a:lstStyle>
            <a:lvl1pPr marL="0" indent="0" algn="ctr">
              <a:spcBef>
                <a:spcPts val="0"/>
              </a:spcBef>
              <a:spcAft>
                <a:spcPts val="0"/>
              </a:spcAft>
              <a:buNone/>
              <a:defRPr sz="2000" b="1">
                <a:solidFill>
                  <a:schemeClr val="tx2"/>
                </a:solidFill>
              </a:defRPr>
            </a:lvl1pPr>
          </a:lstStyle>
          <a:p>
            <a:pPr lvl="0" rtl="0"/>
            <a:r>
              <a:rPr lang="fr-FR" noProof="0"/>
              <a:t>AJOUTER TEXTE </a:t>
            </a:r>
          </a:p>
        </p:txBody>
      </p:sp>
      <p:sp>
        <p:nvSpPr>
          <p:cNvPr id="33" name="Espace réservé du texte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rtlCol="0" anchor="t">
            <a:noAutofit/>
          </a:bodyPr>
          <a:lstStyle>
            <a:lvl1pPr marL="0" indent="0" algn="ctr">
              <a:spcBef>
                <a:spcPts val="0"/>
              </a:spcBef>
              <a:spcAft>
                <a:spcPts val="0"/>
              </a:spcAft>
              <a:buNone/>
              <a:defRPr sz="2000" b="1">
                <a:solidFill>
                  <a:schemeClr val="tx2"/>
                </a:solidFill>
              </a:defRPr>
            </a:lvl1pPr>
          </a:lstStyle>
          <a:p>
            <a:pPr lvl="0" rtl="0"/>
            <a:r>
              <a:rPr lang="fr-FR" noProof="0"/>
              <a:t>AJOUTER TEXTE </a:t>
            </a:r>
          </a:p>
        </p:txBody>
      </p:sp>
      <p:sp>
        <p:nvSpPr>
          <p:cNvPr id="35" name="Espace réservé du texte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rtlCol="0" anchor="t">
            <a:noAutofit/>
          </a:bodyPr>
          <a:lstStyle>
            <a:lvl1pPr marL="0" indent="0" algn="ctr">
              <a:spcBef>
                <a:spcPts val="0"/>
              </a:spcBef>
              <a:spcAft>
                <a:spcPts val="0"/>
              </a:spcAft>
              <a:buNone/>
              <a:defRPr sz="2000" b="1">
                <a:solidFill>
                  <a:schemeClr val="tx2"/>
                </a:solidFill>
              </a:defRPr>
            </a:lvl1pPr>
          </a:lstStyle>
          <a:p>
            <a:pPr lvl="0" rtl="0"/>
            <a:r>
              <a:rPr lang="fr-FR" noProof="0"/>
              <a:t>AJOUTER TEXTE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apositive d’équipe">
    <p:spTree>
      <p:nvGrpSpPr>
        <p:cNvPr id="1" name=""/>
        <p:cNvGrpSpPr/>
        <p:nvPr/>
      </p:nvGrpSpPr>
      <p:grpSpPr>
        <a:xfrm>
          <a:off x="0" y="0"/>
          <a:ext cx="0" cy="0"/>
          <a:chOff x="0" y="0"/>
          <a:chExt cx="0" cy="0"/>
        </a:xfrm>
      </p:grpSpPr>
      <p:sp>
        <p:nvSpPr>
          <p:cNvPr id="34" name="Forme libre : Form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6" name="Espace réservé du numéro de diapositive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15" name="Forme libre : Form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cxnSp>
        <p:nvCxnSpPr>
          <p:cNvPr id="18" name="Connecteur droit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Espace réservé d’image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32" name="Espace réservé du texte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rtlCol="0" anchor="t">
            <a:noAutofit/>
          </a:bodyPr>
          <a:lstStyle>
            <a:lvl1pPr marL="0" indent="0" algn="ctr">
              <a:spcBef>
                <a:spcPts val="0"/>
              </a:spcBef>
              <a:spcAft>
                <a:spcPts val="0"/>
              </a:spcAft>
              <a:buNone/>
              <a:defRPr sz="2000" b="1">
                <a:solidFill>
                  <a:schemeClr val="tx2"/>
                </a:solidFill>
                <a:latin typeface="+mj-lt"/>
              </a:defRPr>
            </a:lvl1pPr>
          </a:lstStyle>
          <a:p>
            <a:pPr lvl="0" rtl="0"/>
            <a:r>
              <a:rPr lang="fr-FR" noProof="0"/>
              <a:t>AJOUTER TEXTE </a:t>
            </a:r>
          </a:p>
        </p:txBody>
      </p:sp>
      <p:sp>
        <p:nvSpPr>
          <p:cNvPr id="17" name="Espace réservé du texte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rtlCol="0" anchor="t">
            <a:noAutofit/>
          </a:bodyPr>
          <a:lstStyle>
            <a:lvl1pPr marL="0" indent="0" algn="ctr">
              <a:spcBef>
                <a:spcPts val="0"/>
              </a:spcBef>
              <a:spcAft>
                <a:spcPts val="0"/>
              </a:spcAft>
              <a:buNone/>
              <a:defRPr sz="1400" b="0">
                <a:solidFill>
                  <a:schemeClr val="tx2"/>
                </a:solidFill>
                <a:latin typeface="+mn-lt"/>
              </a:defRPr>
            </a:lvl1pPr>
          </a:lstStyle>
          <a:p>
            <a:pPr lvl="0" rtl="0"/>
            <a:r>
              <a:rPr lang="fr-FR" noProof="0"/>
              <a:t>Description</a:t>
            </a:r>
          </a:p>
        </p:txBody>
      </p:sp>
      <p:cxnSp>
        <p:nvCxnSpPr>
          <p:cNvPr id="5" name="Connecteur droit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e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Connecteur droit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Espace réservé d’image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6" name="Espace réservé d’image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7" name="Espace réservé d’image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cxnSp>
        <p:nvCxnSpPr>
          <p:cNvPr id="36" name="Connecteur droit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e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Connecteur droit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Espace réservé d’image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42" name="Espace réservé d’image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43" name="Espace réservé d’image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44" name="Espace réservé du texte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fr-FR" noProof="0"/>
              <a:t>Nom</a:t>
            </a:r>
          </a:p>
        </p:txBody>
      </p:sp>
      <p:sp>
        <p:nvSpPr>
          <p:cNvPr id="45" name="Espace réservé du texte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fr-FR" noProof="0"/>
              <a:t>Nom</a:t>
            </a:r>
          </a:p>
        </p:txBody>
      </p:sp>
      <p:sp>
        <p:nvSpPr>
          <p:cNvPr id="46" name="Espace réservé du texte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fr-FR" noProof="0"/>
              <a:t>Nom</a:t>
            </a:r>
          </a:p>
        </p:txBody>
      </p:sp>
      <p:sp>
        <p:nvSpPr>
          <p:cNvPr id="47" name="Espace réservé du texte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fr-FR" noProof="0"/>
              <a:t>Nom</a:t>
            </a:r>
          </a:p>
        </p:txBody>
      </p:sp>
      <p:sp>
        <p:nvSpPr>
          <p:cNvPr id="48" name="Espace réservé du texte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fr-FR" noProof="0"/>
              <a:t>Nom</a:t>
            </a:r>
          </a:p>
        </p:txBody>
      </p:sp>
      <p:sp>
        <p:nvSpPr>
          <p:cNvPr id="49" name="Espace réservé du texte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rtlCol="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rtl="0"/>
            <a:r>
              <a:rPr lang="fr-FR" noProof="0"/>
              <a:t>Nom</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RE UNIQUEMENT_Graph or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8" name="Espace réservé d’image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0" name="Espace réservé du texte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rtlCol="0" anchor="ctr">
            <a:noAutofit/>
          </a:bodyPr>
          <a:lstStyle>
            <a:lvl1pPr marL="0" indent="0" algn="l">
              <a:spcBef>
                <a:spcPts val="0"/>
              </a:spcBef>
              <a:spcAft>
                <a:spcPts val="0"/>
              </a:spcAft>
              <a:buNone/>
              <a:defRPr sz="1600" b="1">
                <a:solidFill>
                  <a:schemeClr val="tx2"/>
                </a:solidFill>
                <a:latin typeface="+mj-lt"/>
              </a:defRPr>
            </a:lvl1pPr>
          </a:lstStyle>
          <a:p>
            <a:pPr lvl="0" rtl="0"/>
            <a:r>
              <a:rPr lang="fr-FR" noProof="0"/>
              <a:t>AJOUTER TEXTE </a:t>
            </a:r>
          </a:p>
        </p:txBody>
      </p:sp>
      <p:sp>
        <p:nvSpPr>
          <p:cNvPr id="12" name="Espace réservé du texte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rtlCol="0" anchor="t">
            <a:noAutofit/>
          </a:bodyPr>
          <a:lstStyle>
            <a:lvl1pPr marL="0" indent="0" algn="l">
              <a:spcBef>
                <a:spcPts val="0"/>
              </a:spcBef>
              <a:spcAft>
                <a:spcPts val="0"/>
              </a:spcAft>
              <a:buNone/>
              <a:defRPr sz="1200" b="0">
                <a:solidFill>
                  <a:schemeClr val="tx2"/>
                </a:solidFill>
                <a:latin typeface="+mn-lt"/>
              </a:defRPr>
            </a:lvl1pPr>
          </a:lstStyle>
          <a:p>
            <a:pPr lvl="0" rtl="0"/>
            <a:r>
              <a:rPr lang="fr-FR" noProof="0"/>
              <a:t>Description</a:t>
            </a:r>
          </a:p>
        </p:txBody>
      </p:sp>
      <p:cxnSp>
        <p:nvCxnSpPr>
          <p:cNvPr id="14" name="Connecteur droit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Espace réservé d’image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17" name="Espace réservé du texte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18" name="Espace réservé du texte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
        <p:nvSpPr>
          <p:cNvPr id="19" name="Espace réservé d’image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0" name="Espace réservé du texte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21" name="Espace réservé du texte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
        <p:nvSpPr>
          <p:cNvPr id="22" name="Espace réservé d’image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3" name="Espace réservé du texte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24" name="Espace réservé du texte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
        <p:nvSpPr>
          <p:cNvPr id="25" name="Espace réservé d’image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6" name="Espace réservé du texte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27" name="Espace réservé du texte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
        <p:nvSpPr>
          <p:cNvPr id="28" name="Espace réservé d’image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9" name="Espace réservé du texte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30" name="Espace réservé du texte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RE UNIQUEMENT_Graph org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8" name="Espace réservé d’image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0" name="Espace réservé du texte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rtlCol="0" anchor="ctr">
            <a:noAutofit/>
          </a:bodyPr>
          <a:lstStyle>
            <a:lvl1pPr marL="0" indent="0" algn="l">
              <a:spcBef>
                <a:spcPts val="0"/>
              </a:spcBef>
              <a:spcAft>
                <a:spcPts val="0"/>
              </a:spcAft>
              <a:buNone/>
              <a:defRPr sz="1600" b="1">
                <a:solidFill>
                  <a:schemeClr val="tx2"/>
                </a:solidFill>
                <a:latin typeface="+mj-lt"/>
              </a:defRPr>
            </a:lvl1pPr>
          </a:lstStyle>
          <a:p>
            <a:pPr lvl="0" rtl="0"/>
            <a:r>
              <a:rPr lang="fr-FR" noProof="0"/>
              <a:t>AJOUTER TEXTE </a:t>
            </a:r>
          </a:p>
        </p:txBody>
      </p:sp>
      <p:sp>
        <p:nvSpPr>
          <p:cNvPr id="12" name="Espace réservé du texte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rtlCol="0" anchor="t">
            <a:noAutofit/>
          </a:bodyPr>
          <a:lstStyle>
            <a:lvl1pPr marL="0" indent="0" algn="l">
              <a:spcBef>
                <a:spcPts val="0"/>
              </a:spcBef>
              <a:spcAft>
                <a:spcPts val="0"/>
              </a:spcAft>
              <a:buNone/>
              <a:defRPr sz="1200" b="0">
                <a:solidFill>
                  <a:schemeClr val="tx2"/>
                </a:solidFill>
                <a:latin typeface="+mn-lt"/>
              </a:defRPr>
            </a:lvl1pPr>
          </a:lstStyle>
          <a:p>
            <a:pPr lvl="0" rtl="0"/>
            <a:r>
              <a:rPr lang="fr-FR" noProof="0"/>
              <a:t>Description</a:t>
            </a:r>
          </a:p>
        </p:txBody>
      </p:sp>
      <p:cxnSp>
        <p:nvCxnSpPr>
          <p:cNvPr id="14" name="Connecteur droit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Espace réservé d’image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17" name="Espace réservé du texte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18" name="Espace réservé du texte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
        <p:nvSpPr>
          <p:cNvPr id="19" name="Espace réservé d’image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0" name="Espace réservé du texte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21" name="Espace réservé du texte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
        <p:nvSpPr>
          <p:cNvPr id="22" name="Espace réservé d’image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3" name="Espace réservé du texte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24" name="Espace réservé du texte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
        <p:nvSpPr>
          <p:cNvPr id="25" name="Espace réservé d’image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6" name="Espace réservé du texte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27" name="Espace réservé du texte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
        <p:nvSpPr>
          <p:cNvPr id="28" name="Espace réservé d’image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9" name="Espace réservé du texte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30" name="Espace réservé du texte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
        <p:nvSpPr>
          <p:cNvPr id="31" name="Espace réservé d’image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32" name="Espace réservé du texte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rtlCol="0" anchor="ctr">
            <a:noAutofit/>
          </a:bodyPr>
          <a:lstStyle>
            <a:lvl1pPr marL="0" indent="0" algn="ctr">
              <a:spcBef>
                <a:spcPts val="0"/>
              </a:spcBef>
              <a:spcAft>
                <a:spcPts val="0"/>
              </a:spcAft>
              <a:buNone/>
              <a:defRPr sz="1200" b="1">
                <a:solidFill>
                  <a:schemeClr val="accent1"/>
                </a:solidFill>
                <a:latin typeface="+mn-lt"/>
              </a:defRPr>
            </a:lvl1pPr>
          </a:lstStyle>
          <a:p>
            <a:pPr lvl="0" rtl="0"/>
            <a:r>
              <a:rPr lang="fr-FR" noProof="0"/>
              <a:t>NOM</a:t>
            </a:r>
          </a:p>
        </p:txBody>
      </p:sp>
      <p:sp>
        <p:nvSpPr>
          <p:cNvPr id="33" name="Espace réservé du texte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rtlCol="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rtl="0"/>
            <a:r>
              <a:rPr lang="fr-FR"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RE UNIQUEMENT_Graph org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3" name="Espace réservé du numéro de diapositive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9" name="Forme libre : Form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8" name="Espace réservé d’image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10" name="Espace réservé du texte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rtlCol="0" anchor="ctr">
            <a:noAutofit/>
          </a:bodyPr>
          <a:lstStyle>
            <a:lvl1pPr marL="0" indent="0" algn="l">
              <a:spcBef>
                <a:spcPts val="0"/>
              </a:spcBef>
              <a:spcAft>
                <a:spcPts val="0"/>
              </a:spcAft>
              <a:buNone/>
              <a:defRPr sz="1600" b="1">
                <a:solidFill>
                  <a:schemeClr val="tx2"/>
                </a:solidFill>
                <a:latin typeface="+mj-lt"/>
              </a:defRPr>
            </a:lvl1pPr>
          </a:lstStyle>
          <a:p>
            <a:pPr lvl="0" rtl="0"/>
            <a:r>
              <a:rPr lang="fr-FR" noProof="0"/>
              <a:t>AJOUTER TEXTE </a:t>
            </a:r>
          </a:p>
        </p:txBody>
      </p:sp>
      <p:sp>
        <p:nvSpPr>
          <p:cNvPr id="12" name="Espace réservé du texte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rtlCol="0" anchor="t">
            <a:noAutofit/>
          </a:bodyPr>
          <a:lstStyle>
            <a:lvl1pPr marL="0" indent="0" algn="l">
              <a:spcBef>
                <a:spcPts val="0"/>
              </a:spcBef>
              <a:spcAft>
                <a:spcPts val="0"/>
              </a:spcAft>
              <a:buNone/>
              <a:defRPr sz="1200" b="0">
                <a:solidFill>
                  <a:schemeClr val="tx2"/>
                </a:solidFill>
                <a:latin typeface="+mn-lt"/>
              </a:defRPr>
            </a:lvl1pPr>
          </a:lstStyle>
          <a:p>
            <a:pPr lvl="0" rtl="0"/>
            <a:r>
              <a:rPr lang="fr-FR" noProof="0"/>
              <a:t>Description</a:t>
            </a:r>
          </a:p>
        </p:txBody>
      </p:sp>
      <p:cxnSp>
        <p:nvCxnSpPr>
          <p:cNvPr id="14" name="Connecteur droit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Espace réservé d’image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17" name="Espace réservé du texte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18" name="Espace réservé du texte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sp>
        <p:nvSpPr>
          <p:cNvPr id="19" name="Espace réservé d’image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0" name="Espace réservé du texte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21" name="Espace réservé du texte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sp>
        <p:nvSpPr>
          <p:cNvPr id="22" name="Espace réservé d’image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3" name="Espace réservé du texte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24" name="Espace réservé du texte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sp>
        <p:nvSpPr>
          <p:cNvPr id="25" name="Espace réservé d’image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6" name="Espace réservé du texte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27" name="Espace réservé du texte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sp>
        <p:nvSpPr>
          <p:cNvPr id="28" name="Espace réservé d’image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29" name="Espace réservé du texte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30" name="Espace réservé du texte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sp>
        <p:nvSpPr>
          <p:cNvPr id="31" name="Espace réservé d’image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32" name="Espace réservé du texte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33" name="Espace réservé du texte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cxnSp>
        <p:nvCxnSpPr>
          <p:cNvPr id="34" name="Connecteur droit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ce réservé d’image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39" name="Espace réservé du texte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40" name="Espace réservé du texte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sp>
        <p:nvSpPr>
          <p:cNvPr id="41" name="Espace réservé d’image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42" name="Espace réservé du texte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43" name="Espace réservé du texte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sp>
        <p:nvSpPr>
          <p:cNvPr id="44" name="Espace réservé d’image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45" name="Espace réservé du texte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46" name="Espace réservé du texte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sp>
        <p:nvSpPr>
          <p:cNvPr id="47" name="Espace réservé d’image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rtlCol="0" anchor="ctr">
            <a:normAutofit/>
          </a:bodyPr>
          <a:lstStyle>
            <a:lvl1pPr marL="0" indent="0" algn="ctr">
              <a:buNone/>
              <a:defRPr sz="1200">
                <a:solidFill>
                  <a:schemeClr val="bg1">
                    <a:lumMod val="50000"/>
                  </a:schemeClr>
                </a:solidFill>
              </a:defRPr>
            </a:lvl1pPr>
          </a:lstStyle>
          <a:p>
            <a:pPr rtl="0"/>
            <a:r>
              <a:rPr lang="fr-FR" noProof="0"/>
              <a:t>Insérer image</a:t>
            </a:r>
          </a:p>
        </p:txBody>
      </p:sp>
      <p:sp>
        <p:nvSpPr>
          <p:cNvPr id="48" name="Espace réservé du texte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rtlCol="0" anchor="ctr">
            <a:noAutofit/>
          </a:bodyPr>
          <a:lstStyle>
            <a:lvl1pPr marL="0" indent="0" algn="ctr">
              <a:spcBef>
                <a:spcPts val="0"/>
              </a:spcBef>
              <a:spcAft>
                <a:spcPts val="0"/>
              </a:spcAft>
              <a:buNone/>
              <a:defRPr sz="1100" b="1">
                <a:solidFill>
                  <a:schemeClr val="accent1"/>
                </a:solidFill>
                <a:latin typeface="+mn-lt"/>
              </a:defRPr>
            </a:lvl1pPr>
          </a:lstStyle>
          <a:p>
            <a:pPr lvl="0" rtl="0"/>
            <a:r>
              <a:rPr lang="fr-FR" noProof="0"/>
              <a:t>NOM</a:t>
            </a:r>
          </a:p>
        </p:txBody>
      </p:sp>
      <p:sp>
        <p:nvSpPr>
          <p:cNvPr id="49" name="Espace réservé du texte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rtlCol="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rtl="0"/>
            <a:r>
              <a:rPr lang="fr-FR"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re de correctif Titre uniquement">
    <p:spTree>
      <p:nvGrpSpPr>
        <p:cNvPr id="1" name=""/>
        <p:cNvGrpSpPr/>
        <p:nvPr/>
      </p:nvGrpSpPr>
      <p:grpSpPr>
        <a:xfrm>
          <a:off x="0" y="0"/>
          <a:ext cx="0" cy="0"/>
          <a:chOff x="0" y="0"/>
          <a:chExt cx="0" cy="0"/>
        </a:xfrm>
      </p:grpSpPr>
      <p:sp>
        <p:nvSpPr>
          <p:cNvPr id="34" name="Forme libre : Form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rtlCol="0" anchor="t">
            <a:normAutofit/>
          </a:bodyPr>
          <a:lstStyle>
            <a:lvl1pPr>
              <a:lnSpc>
                <a:spcPct val="100000"/>
              </a:lnSpc>
              <a:defRPr sz="4000" b="0">
                <a:latin typeface="+mj-lt"/>
              </a:defRPr>
            </a:lvl1pPr>
          </a:lstStyle>
          <a:p>
            <a:pPr rtl="0"/>
            <a:r>
              <a:rPr lang="fr-FR" noProof="0"/>
              <a:t>Modifiez le style du titre</a:t>
            </a:r>
          </a:p>
        </p:txBody>
      </p:sp>
      <p:sp>
        <p:nvSpPr>
          <p:cNvPr id="16" name="Espace réservé du numéro de diapositive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
        <p:nvSpPr>
          <p:cNvPr id="15" name="Forme libre : Form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ntenu de légende d’image_Bleu">
    <p:bg>
      <p:bgPr>
        <a:solidFill>
          <a:schemeClr val="tx2"/>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rtlCol="0" anchor="ctr">
            <a:noAutofit/>
          </a:bodyPr>
          <a:lstStyle>
            <a:lvl1pPr marL="0" indent="0" algn="ctr">
              <a:buNone/>
              <a:defRPr/>
            </a:lvl1pPr>
          </a:lstStyle>
          <a:p>
            <a:pPr rtl="0"/>
            <a:r>
              <a:rPr lang="fr-FR" noProof="0"/>
              <a:t>Insérer image</a:t>
            </a:r>
          </a:p>
        </p:txBody>
      </p:sp>
      <p:sp>
        <p:nvSpPr>
          <p:cNvPr id="17" name="Espace réservé du texte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p:nvPr>
        </p:nvSpPr>
        <p:spPr>
          <a:xfrm>
            <a:off x="1257300" y="3962400"/>
            <a:ext cx="4114800" cy="1981200"/>
          </a:xfrm>
        </p:spPr>
        <p:txBody>
          <a:bodyPr rtlCol="0" anchor="ctr">
            <a:noAutofit/>
          </a:bodyPr>
          <a:lstStyle>
            <a:lvl1pPr algn="ctr">
              <a:lnSpc>
                <a:spcPct val="80000"/>
              </a:lnSpc>
              <a:defRPr sz="4000" b="0" spc="200" baseline="0"/>
            </a:lvl1pPr>
          </a:lstStyle>
          <a:p>
            <a:pPr rtl="0"/>
            <a:r>
              <a:rPr lang="fr-FR" noProof="0"/>
              <a:t>Modifiez le style du titre</a:t>
            </a:r>
          </a:p>
        </p:txBody>
      </p:sp>
      <p:sp>
        <p:nvSpPr>
          <p:cNvPr id="3" name="Sous-titre 2"/>
          <p:cNvSpPr>
            <a:spLocks noGrp="1"/>
          </p:cNvSpPr>
          <p:nvPr>
            <p:ph type="subTitle" idx="1"/>
          </p:nvPr>
        </p:nvSpPr>
        <p:spPr>
          <a:xfrm>
            <a:off x="6057900" y="4114800"/>
            <a:ext cx="4876800" cy="1371602"/>
          </a:xfrm>
        </p:spPr>
        <p:txBody>
          <a:bodyPr lIns="91440" rIns="91440" rtlCol="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Modifiez le style des sous-titres du masque</a:t>
            </a:r>
          </a:p>
        </p:txBody>
      </p:sp>
      <p:sp>
        <p:nvSpPr>
          <p:cNvPr id="7" name="Espace réservé du texte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8" name="Espace réservé du texte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ntenu de légende d’image_Orange">
    <p:bg>
      <p:bgPr>
        <a:solidFill>
          <a:schemeClr val="accent2"/>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rtlCol="0" anchor="ctr">
            <a:noAutofit/>
          </a:bodyPr>
          <a:lstStyle>
            <a:lvl1pPr marL="0" indent="0" algn="ctr">
              <a:buNone/>
              <a:defRPr/>
            </a:lvl1pPr>
          </a:lstStyle>
          <a:p>
            <a:pPr rtl="0"/>
            <a:r>
              <a:rPr lang="fr-FR" noProof="0"/>
              <a:t>Insérer image</a:t>
            </a:r>
          </a:p>
        </p:txBody>
      </p:sp>
      <p:sp>
        <p:nvSpPr>
          <p:cNvPr id="17" name="Espace réservé du texte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p:nvPr>
        </p:nvSpPr>
        <p:spPr>
          <a:xfrm>
            <a:off x="1257300" y="3962400"/>
            <a:ext cx="4114800" cy="1981200"/>
          </a:xfrm>
        </p:spPr>
        <p:txBody>
          <a:bodyPr rtlCol="0" anchor="ctr">
            <a:noAutofit/>
          </a:bodyPr>
          <a:lstStyle>
            <a:lvl1pPr algn="ctr">
              <a:lnSpc>
                <a:spcPct val="80000"/>
              </a:lnSpc>
              <a:defRPr sz="4000" b="0" spc="200" baseline="0"/>
            </a:lvl1pPr>
          </a:lstStyle>
          <a:p>
            <a:pPr rtl="0"/>
            <a:r>
              <a:rPr lang="fr-FR" noProof="0"/>
              <a:t>Modifiez le style du titre</a:t>
            </a:r>
          </a:p>
        </p:txBody>
      </p:sp>
      <p:sp>
        <p:nvSpPr>
          <p:cNvPr id="3" name="Sous-titre 2"/>
          <p:cNvSpPr>
            <a:spLocks noGrp="1"/>
          </p:cNvSpPr>
          <p:nvPr>
            <p:ph type="subTitle" idx="1"/>
          </p:nvPr>
        </p:nvSpPr>
        <p:spPr>
          <a:xfrm>
            <a:off x="6057900" y="4114800"/>
            <a:ext cx="4876800" cy="1371602"/>
          </a:xfrm>
        </p:spPr>
        <p:txBody>
          <a:bodyPr lIns="91440" rIns="91440" rtlCol="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fr-FR" noProof="0"/>
              <a:t>Modifiez le style des sous-titres du masque</a:t>
            </a:r>
          </a:p>
        </p:txBody>
      </p:sp>
      <p:sp>
        <p:nvSpPr>
          <p:cNvPr id="7" name="Espace réservé du texte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8" name="Espace réservé du texte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7" name="Espace réservé du texte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a:extLst>
              <a:ext uri="{FF2B5EF4-FFF2-40B4-BE49-F238E27FC236}">
                <a16:creationId xmlns:a16="http://schemas.microsoft.com/office/drawing/2014/main" id="{2F2E942B-4297-4570-B120-E2ACA52D126E}"/>
              </a:ext>
            </a:extLst>
          </p:cNvPr>
          <p:cNvSpPr>
            <a:spLocks noGrp="1"/>
          </p:cNvSpPr>
          <p:nvPr>
            <p:ph type="title" hasCustomPrompt="1"/>
          </p:nvPr>
        </p:nvSpPr>
        <p:spPr>
          <a:xfrm>
            <a:off x="1085850" y="2679192"/>
            <a:ext cx="9963150" cy="1499616"/>
          </a:xfrm>
          <a:noFill/>
        </p:spPr>
        <p:txBody>
          <a:bodyPr rtlCol="0">
            <a:normAutofit/>
          </a:bodyPr>
          <a:lstStyle>
            <a:lvl1pPr>
              <a:defRPr sz="6000">
                <a:solidFill>
                  <a:schemeClr val="bg1"/>
                </a:solidFill>
              </a:defRPr>
            </a:lvl1pPr>
          </a:lstStyle>
          <a:p>
            <a:pPr rtl="0"/>
            <a:r>
              <a:rPr lang="fr-FR" noProof="0"/>
              <a:t>Cliquez pour modifier le style du titre du masque</a:t>
            </a:r>
          </a:p>
        </p:txBody>
      </p:sp>
      <p:sp>
        <p:nvSpPr>
          <p:cNvPr id="8" name="Espace réservé du texte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7" name="Espace réservé du texte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a:extLst>
              <a:ext uri="{FF2B5EF4-FFF2-40B4-BE49-F238E27FC236}">
                <a16:creationId xmlns:a16="http://schemas.microsoft.com/office/drawing/2014/main" id="{2F2E942B-4297-4570-B120-E2ACA52D126E}"/>
              </a:ext>
            </a:extLst>
          </p:cNvPr>
          <p:cNvSpPr>
            <a:spLocks noGrp="1"/>
          </p:cNvSpPr>
          <p:nvPr>
            <p:ph type="title" hasCustomPrompt="1"/>
          </p:nvPr>
        </p:nvSpPr>
        <p:spPr>
          <a:xfrm>
            <a:off x="1085850" y="2679192"/>
            <a:ext cx="9963150" cy="1499616"/>
          </a:xfrm>
          <a:noFill/>
        </p:spPr>
        <p:txBody>
          <a:bodyPr rtlCol="0">
            <a:normAutofit/>
          </a:bodyPr>
          <a:lstStyle>
            <a:lvl1pPr>
              <a:defRPr sz="6000">
                <a:solidFill>
                  <a:schemeClr val="bg1"/>
                </a:solidFill>
              </a:defRPr>
            </a:lvl1pPr>
          </a:lstStyle>
          <a:p>
            <a:pPr rtl="0"/>
            <a:r>
              <a:rPr lang="fr-FR" noProof="0"/>
              <a:t>Cliquez pour modifier le style du titre du masque</a:t>
            </a:r>
          </a:p>
        </p:txBody>
      </p:sp>
      <p:sp>
        <p:nvSpPr>
          <p:cNvPr id="8" name="Espace réservé du texte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7" name="Espace réservé du texte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a:extLst>
              <a:ext uri="{FF2B5EF4-FFF2-40B4-BE49-F238E27FC236}">
                <a16:creationId xmlns:a16="http://schemas.microsoft.com/office/drawing/2014/main" id="{2F2E942B-4297-4570-B120-E2ACA52D126E}"/>
              </a:ext>
            </a:extLst>
          </p:cNvPr>
          <p:cNvSpPr>
            <a:spLocks noGrp="1"/>
          </p:cNvSpPr>
          <p:nvPr>
            <p:ph type="title" hasCustomPrompt="1"/>
          </p:nvPr>
        </p:nvSpPr>
        <p:spPr>
          <a:xfrm>
            <a:off x="1085850" y="2679192"/>
            <a:ext cx="9963150" cy="1499616"/>
          </a:xfrm>
          <a:noFill/>
        </p:spPr>
        <p:txBody>
          <a:bodyPr rtlCol="0">
            <a:normAutofit/>
          </a:bodyPr>
          <a:lstStyle>
            <a:lvl1pPr>
              <a:defRPr sz="6000">
                <a:solidFill>
                  <a:schemeClr val="bg1"/>
                </a:solidFill>
              </a:defRPr>
            </a:lvl1pPr>
          </a:lstStyle>
          <a:p>
            <a:pPr rtl="0"/>
            <a:r>
              <a:rPr lang="fr-FR" noProof="0"/>
              <a:t>Cliquez pour modifier le style du titre du masque</a:t>
            </a:r>
          </a:p>
        </p:txBody>
      </p:sp>
      <p:sp>
        <p:nvSpPr>
          <p:cNvPr id="8" name="Espace réservé du texte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Espace réservé d’image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rtlCol="0" anchor="ctr"/>
          <a:lstStyle>
            <a:lvl1pPr marL="0" indent="0" algn="ctr">
              <a:buNone/>
              <a:defRPr>
                <a:solidFill>
                  <a:schemeClr val="bg1">
                    <a:lumMod val="50000"/>
                  </a:schemeClr>
                </a:solidFill>
              </a:defRPr>
            </a:lvl1pPr>
          </a:lstStyle>
          <a:p>
            <a:pPr rtl="0"/>
            <a:r>
              <a:rPr lang="fr-FR" noProof="0"/>
              <a:t>Insérer image</a:t>
            </a:r>
          </a:p>
        </p:txBody>
      </p:sp>
      <p:sp>
        <p:nvSpPr>
          <p:cNvPr id="27" name="Espace réservé du texte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rtlCol="0">
            <a:noAutofit/>
          </a:bodyPr>
          <a:lstStyle>
            <a:lvl1pPr marL="0" indent="0">
              <a:buNone/>
              <a:defRPr>
                <a:solidFill>
                  <a:schemeClr val="tx1">
                    <a:alpha val="0"/>
                  </a:schemeClr>
                </a:solidFill>
              </a:defRPr>
            </a:lvl1pPr>
          </a:lstStyle>
          <a:p>
            <a:pPr lvl="0" rtl="0"/>
            <a:r>
              <a:rPr lang="fr-FR" noProof="0"/>
              <a:t>I</a:t>
            </a:r>
          </a:p>
        </p:txBody>
      </p:sp>
      <p:sp>
        <p:nvSpPr>
          <p:cNvPr id="26" name="Espace réservé du texte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rtlCol="0" anchor="b">
            <a:normAutofit/>
          </a:bodyPr>
          <a:lstStyle>
            <a:lvl1pPr algn="ctr">
              <a:defRPr sz="6000">
                <a:solidFill>
                  <a:schemeClr val="bg1"/>
                </a:solidFill>
              </a:defRPr>
            </a:lvl1pPr>
          </a:lstStyle>
          <a:p>
            <a:pPr rtl="0"/>
            <a:r>
              <a:rPr lang="fr-FR" noProof="0"/>
              <a:t>Modifiez le style du titre</a:t>
            </a:r>
          </a:p>
        </p:txBody>
      </p:sp>
      <p:sp>
        <p:nvSpPr>
          <p:cNvPr id="6" name="Espace réservé du numéro de diapositive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Espace réservé d’image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rtlCol="0" anchor="ctr">
            <a:noAutofit/>
          </a:bodyPr>
          <a:lstStyle>
            <a:lvl1pPr marL="0" indent="0" algn="ctr">
              <a:buNone/>
              <a:defRPr>
                <a:solidFill>
                  <a:schemeClr val="bg1">
                    <a:lumMod val="50000"/>
                  </a:schemeClr>
                </a:solidFill>
              </a:defRPr>
            </a:lvl1pPr>
          </a:lstStyle>
          <a:p>
            <a:pPr rtl="0"/>
            <a:r>
              <a:rPr lang="fr-FR" noProof="0"/>
              <a:t>Insérer image</a:t>
            </a:r>
          </a:p>
        </p:txBody>
      </p:sp>
      <p:sp>
        <p:nvSpPr>
          <p:cNvPr id="27" name="Espace réservé du texte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rtlCol="0">
            <a:noAutofit/>
          </a:bodyPr>
          <a:lstStyle>
            <a:lvl1pPr marL="0" indent="0">
              <a:buNone/>
              <a:defRPr>
                <a:solidFill>
                  <a:schemeClr val="tx1">
                    <a:alpha val="0"/>
                  </a:schemeClr>
                </a:solidFill>
              </a:defRPr>
            </a:lvl1pPr>
          </a:lstStyle>
          <a:p>
            <a:pPr lvl="0" rtl="0"/>
            <a:r>
              <a:rPr lang="fr-FR" noProof="0"/>
              <a:t>I</a:t>
            </a:r>
          </a:p>
        </p:txBody>
      </p:sp>
      <p:sp>
        <p:nvSpPr>
          <p:cNvPr id="2" name="Titr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rtlCol="0" anchor="t">
            <a:normAutofit/>
          </a:bodyPr>
          <a:lstStyle>
            <a:lvl1pPr algn="l">
              <a:defRPr sz="6000">
                <a:solidFill>
                  <a:schemeClr val="bg1"/>
                </a:solidFill>
              </a:defRPr>
            </a:lvl1pPr>
          </a:lstStyle>
          <a:p>
            <a:pPr rtl="0"/>
            <a:r>
              <a:rPr lang="fr-FR" noProof="0"/>
              <a:t>Modifiez le style du titre</a:t>
            </a:r>
          </a:p>
        </p:txBody>
      </p:sp>
      <p:sp>
        <p:nvSpPr>
          <p:cNvPr id="9" name="Espace réservé du texte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rtlCol="0"/>
          <a:lstStyle>
            <a:lvl1pPr marL="0" indent="0">
              <a:buNone/>
              <a:defRPr>
                <a:solidFill>
                  <a:schemeClr val="tx1">
                    <a:alpha val="0"/>
                  </a:schemeClr>
                </a:solidFill>
              </a:defRPr>
            </a:lvl1pPr>
          </a:lstStyle>
          <a:p>
            <a:pPr lvl="0" rtl="0"/>
            <a:r>
              <a:rPr lang="fr-FR" noProof="0"/>
              <a:t>I</a:t>
            </a:r>
          </a:p>
        </p:txBody>
      </p:sp>
      <p:sp>
        <p:nvSpPr>
          <p:cNvPr id="7" name="Espace réservé du numéro de diapositive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Espace réservé d’image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rtlCol="0" anchor="ctr">
            <a:noAutofit/>
          </a:bodyPr>
          <a:lstStyle>
            <a:lvl1pPr marL="0" indent="0" algn="ctr">
              <a:buNone/>
              <a:defRPr>
                <a:solidFill>
                  <a:schemeClr val="bg1">
                    <a:lumMod val="50000"/>
                  </a:schemeClr>
                </a:solidFill>
              </a:defRPr>
            </a:lvl1pPr>
          </a:lstStyle>
          <a:p>
            <a:pPr rtl="0"/>
            <a:r>
              <a:rPr lang="fr-FR" noProof="0"/>
              <a:t>Insérer image</a:t>
            </a:r>
          </a:p>
        </p:txBody>
      </p:sp>
      <p:sp>
        <p:nvSpPr>
          <p:cNvPr id="27" name="Espace réservé du texte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rtlCol="0">
            <a:noAutofit/>
          </a:bodyPr>
          <a:lstStyle>
            <a:lvl1pPr marL="0" indent="0">
              <a:buNone/>
              <a:defRPr>
                <a:solidFill>
                  <a:schemeClr val="tx1">
                    <a:alpha val="0"/>
                  </a:schemeClr>
                </a:solidFill>
              </a:defRPr>
            </a:lvl1pPr>
          </a:lstStyle>
          <a:p>
            <a:pPr lvl="0" rtl="0"/>
            <a:r>
              <a:rPr lang="fr-FR" noProof="0"/>
              <a:t>I</a:t>
            </a:r>
          </a:p>
        </p:txBody>
      </p:sp>
      <p:sp>
        <p:nvSpPr>
          <p:cNvPr id="2" name="Titr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rtlCol="0" anchor="t">
            <a:normAutofit/>
          </a:bodyPr>
          <a:lstStyle>
            <a:lvl1pPr algn="l">
              <a:defRPr sz="6000">
                <a:solidFill>
                  <a:schemeClr val="bg1"/>
                </a:solidFill>
              </a:defRPr>
            </a:lvl1pPr>
          </a:lstStyle>
          <a:p>
            <a:pPr rtl="0"/>
            <a:r>
              <a:rPr lang="fr-FR" noProof="0"/>
              <a:t>Modifiez le style du titre</a:t>
            </a:r>
          </a:p>
        </p:txBody>
      </p:sp>
      <p:sp>
        <p:nvSpPr>
          <p:cNvPr id="9" name="Espace réservé du texte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rtlCol="0"/>
          <a:lstStyle>
            <a:lvl1pPr marL="0" indent="0">
              <a:buNone/>
              <a:defRPr>
                <a:solidFill>
                  <a:schemeClr val="tx1">
                    <a:alpha val="0"/>
                  </a:schemeClr>
                </a:solidFill>
              </a:defRPr>
            </a:lvl1pPr>
          </a:lstStyle>
          <a:p>
            <a:pPr lvl="0" rtl="0"/>
            <a:r>
              <a:rPr lang="fr-FR" noProof="0"/>
              <a:t>I</a:t>
            </a:r>
          </a:p>
        </p:txBody>
      </p:sp>
      <p:sp>
        <p:nvSpPr>
          <p:cNvPr id="7" name="Espace réservé du numéro de diapositive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Espace réservé d’image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rtlCol="0" anchor="ctr">
            <a:noAutofit/>
          </a:bodyPr>
          <a:lstStyle>
            <a:lvl1pPr marL="0" indent="0" algn="ctr">
              <a:buNone/>
              <a:defRPr>
                <a:solidFill>
                  <a:schemeClr val="bg1">
                    <a:lumMod val="50000"/>
                  </a:schemeClr>
                </a:solidFill>
              </a:defRPr>
            </a:lvl1pPr>
          </a:lstStyle>
          <a:p>
            <a:pPr rtl="0"/>
            <a:r>
              <a:rPr lang="fr-FR" noProof="0"/>
              <a:t>Insérer image</a:t>
            </a:r>
          </a:p>
        </p:txBody>
      </p:sp>
      <p:sp>
        <p:nvSpPr>
          <p:cNvPr id="27" name="Espace réservé du texte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rtlCol="0">
            <a:noAutofit/>
          </a:bodyPr>
          <a:lstStyle>
            <a:lvl1pPr marL="0" indent="0">
              <a:buNone/>
              <a:defRPr>
                <a:solidFill>
                  <a:schemeClr val="tx1">
                    <a:alpha val="0"/>
                  </a:schemeClr>
                </a:solidFill>
              </a:defRPr>
            </a:lvl1pPr>
          </a:lstStyle>
          <a:p>
            <a:pPr lvl="0" rtl="0"/>
            <a:r>
              <a:rPr lang="fr-FR" noProof="0"/>
              <a:t>I</a:t>
            </a:r>
          </a:p>
        </p:txBody>
      </p:sp>
      <p:sp>
        <p:nvSpPr>
          <p:cNvPr id="2" name="Titr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rtlCol="0" anchor="t">
            <a:normAutofit/>
          </a:bodyPr>
          <a:lstStyle>
            <a:lvl1pPr algn="l">
              <a:defRPr sz="6000">
                <a:solidFill>
                  <a:schemeClr val="bg1"/>
                </a:solidFill>
              </a:defRPr>
            </a:lvl1pPr>
          </a:lstStyle>
          <a:p>
            <a:pPr rtl="0"/>
            <a:r>
              <a:rPr lang="fr-FR" noProof="0"/>
              <a:t>Modifiez le style du titre</a:t>
            </a:r>
          </a:p>
        </p:txBody>
      </p:sp>
      <p:sp>
        <p:nvSpPr>
          <p:cNvPr id="9" name="Espace réservé du texte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rtlCol="0"/>
          <a:lstStyle>
            <a:lvl1pPr marL="0" indent="0">
              <a:buNone/>
              <a:defRPr>
                <a:solidFill>
                  <a:schemeClr val="tx1">
                    <a:alpha val="0"/>
                  </a:schemeClr>
                </a:solidFill>
              </a:defRPr>
            </a:lvl1pPr>
          </a:lstStyle>
          <a:p>
            <a:pPr lvl="0" rtl="0"/>
            <a:r>
              <a:rPr lang="fr-FR" noProof="0"/>
              <a:t>I</a:t>
            </a:r>
          </a:p>
        </p:txBody>
      </p:sp>
      <p:sp>
        <p:nvSpPr>
          <p:cNvPr id="7" name="Espace réservé du numéro de diapositive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Espace réservé d’image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rtlCol="0" anchor="ctr">
            <a:noAutofit/>
          </a:bodyPr>
          <a:lstStyle>
            <a:lvl1pPr marL="0" indent="0" algn="ctr">
              <a:buNone/>
              <a:defRPr>
                <a:solidFill>
                  <a:schemeClr val="bg1">
                    <a:lumMod val="50000"/>
                  </a:schemeClr>
                </a:solidFill>
              </a:defRPr>
            </a:lvl1pPr>
          </a:lstStyle>
          <a:p>
            <a:pPr rtl="0"/>
            <a:r>
              <a:rPr lang="fr-FR" noProof="0"/>
              <a:t>Insérer image</a:t>
            </a:r>
          </a:p>
        </p:txBody>
      </p:sp>
      <p:sp>
        <p:nvSpPr>
          <p:cNvPr id="27" name="Espace réservé du texte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rtlCol="0">
            <a:noAutofit/>
          </a:bodyPr>
          <a:lstStyle>
            <a:lvl1pPr marL="0" indent="0">
              <a:buNone/>
              <a:defRPr>
                <a:solidFill>
                  <a:schemeClr val="tx1">
                    <a:alpha val="0"/>
                  </a:schemeClr>
                </a:solidFill>
              </a:defRPr>
            </a:lvl1pPr>
          </a:lstStyle>
          <a:p>
            <a:pPr lvl="0" rtl="0"/>
            <a:r>
              <a:rPr lang="fr-FR" noProof="0"/>
              <a:t>I</a:t>
            </a:r>
          </a:p>
        </p:txBody>
      </p:sp>
      <p:sp>
        <p:nvSpPr>
          <p:cNvPr id="2" name="Titr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rtlCol="0" anchor="t">
            <a:normAutofit/>
          </a:bodyPr>
          <a:lstStyle>
            <a:lvl1pPr algn="l">
              <a:defRPr sz="6000">
                <a:solidFill>
                  <a:schemeClr val="bg1"/>
                </a:solidFill>
              </a:defRPr>
            </a:lvl1pPr>
          </a:lstStyle>
          <a:p>
            <a:pPr rtl="0"/>
            <a:r>
              <a:rPr lang="fr-FR" noProof="0"/>
              <a:t>Modifiez le style du titre</a:t>
            </a:r>
          </a:p>
        </p:txBody>
      </p:sp>
      <p:sp>
        <p:nvSpPr>
          <p:cNvPr id="9" name="Espace réservé du texte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rtlCol="0"/>
          <a:lstStyle>
            <a:lvl1pPr marL="0" indent="0">
              <a:buNone/>
              <a:defRPr>
                <a:solidFill>
                  <a:schemeClr val="tx1">
                    <a:alpha val="0"/>
                  </a:schemeClr>
                </a:solidFill>
              </a:defRPr>
            </a:lvl1pPr>
          </a:lstStyle>
          <a:p>
            <a:pPr lvl="0" rtl="0"/>
            <a:r>
              <a:rPr lang="fr-FR" noProof="0"/>
              <a:t>I</a:t>
            </a:r>
          </a:p>
        </p:txBody>
      </p:sp>
      <p:sp>
        <p:nvSpPr>
          <p:cNvPr id="7" name="Espace réservé du numéro de diapositive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pPr rtl="0"/>
            <a:fld id="{4FAB73BC-B049-4115-A692-8D63A059BFB8}" type="slidenum">
              <a:rPr lang="fr-FR" noProof="0" smtClean="0"/>
              <a:pPr/>
              <a:t>‹N°›</a:t>
            </a:fld>
            <a:endParaRPr lang="fr-FR" noProof="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ôture-Merci 1">
    <p:bg>
      <p:bgPr>
        <a:solidFill>
          <a:schemeClr val="bg1">
            <a:lumMod val="95000"/>
          </a:schemeClr>
        </a:solidFill>
        <a:effectLst/>
      </p:bgPr>
    </p:bg>
    <p:spTree>
      <p:nvGrpSpPr>
        <p:cNvPr id="1" name=""/>
        <p:cNvGrpSpPr/>
        <p:nvPr/>
      </p:nvGrpSpPr>
      <p:grpSpPr>
        <a:xfrm>
          <a:off x="0" y="0"/>
          <a:ext cx="0" cy="0"/>
          <a:chOff x="0" y="0"/>
          <a:chExt cx="0" cy="0"/>
        </a:xfrm>
      </p:grpSpPr>
      <p:sp>
        <p:nvSpPr>
          <p:cNvPr id="53" name="Espace réservé du texte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rtl="0"/>
            <a:r>
              <a:rPr lang="fr-FR" noProof="0"/>
              <a:t>I</a:t>
            </a:r>
          </a:p>
        </p:txBody>
      </p:sp>
      <p:sp>
        <p:nvSpPr>
          <p:cNvPr id="48" name="Forme libre : Form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49" name="Forme libre : Form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fr-FR" noProof="0"/>
          </a:p>
        </p:txBody>
      </p:sp>
      <p:sp>
        <p:nvSpPr>
          <p:cNvPr id="17" name="Espace réservé du texte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hasCustomPrompt="1"/>
          </p:nvPr>
        </p:nvSpPr>
        <p:spPr>
          <a:xfrm>
            <a:off x="1378135" y="1219200"/>
            <a:ext cx="7232465" cy="903638"/>
          </a:xfrm>
        </p:spPr>
        <p:txBody>
          <a:bodyPr rtlCol="0" anchor="t">
            <a:normAutofit/>
          </a:bodyPr>
          <a:lstStyle>
            <a:lvl1pPr algn="l">
              <a:defRPr lang="en-US" sz="5000" kern="1200" cap="all" spc="100" baseline="0" dirty="0">
                <a:solidFill>
                  <a:srgbClr val="2C2E52"/>
                </a:solidFill>
                <a:latin typeface="+mj-lt"/>
                <a:ea typeface="+mj-ea"/>
                <a:cs typeface="+mj-cs"/>
              </a:defRPr>
            </a:lvl1pPr>
          </a:lstStyle>
          <a:p>
            <a:pPr rtl="0"/>
            <a:r>
              <a:rPr lang="fr-FR" noProof="0"/>
              <a:t>MeRCI</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rtl="0"/>
            <a:endParaRPr lang="fr-FR" noProof="0"/>
          </a:p>
        </p:txBody>
      </p:sp>
      <p:sp>
        <p:nvSpPr>
          <p:cNvPr id="19" name="Espace réservé d’image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rtlCol="0" anchor="ctr">
            <a:noAutofit/>
          </a:bodyPr>
          <a:lstStyle>
            <a:lvl1pPr marL="0" indent="0" algn="ctr">
              <a:buNone/>
              <a:defRPr/>
            </a:lvl1pPr>
          </a:lstStyle>
          <a:p>
            <a:pPr rtl="0"/>
            <a:r>
              <a:rPr lang="fr-FR" noProof="0"/>
              <a:t>Insérer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ôture-Merci 2">
    <p:spTree>
      <p:nvGrpSpPr>
        <p:cNvPr id="1" name=""/>
        <p:cNvGrpSpPr/>
        <p:nvPr/>
      </p:nvGrpSpPr>
      <p:grpSpPr>
        <a:xfrm>
          <a:off x="0" y="0"/>
          <a:ext cx="0" cy="0"/>
          <a:chOff x="0" y="0"/>
          <a:chExt cx="0" cy="0"/>
        </a:xfrm>
      </p:grpSpPr>
      <p:sp>
        <p:nvSpPr>
          <p:cNvPr id="26" name="Espace réservé d’image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rtlCol="0" anchor="ctr">
            <a:noAutofit/>
          </a:bodyPr>
          <a:lstStyle>
            <a:lvl1pPr marL="0" indent="0" algn="ctr">
              <a:buNone/>
              <a:defRPr/>
            </a:lvl1pPr>
          </a:lstStyle>
          <a:p>
            <a:pPr rtl="0"/>
            <a:r>
              <a:rPr lang="fr-FR" noProof="0"/>
              <a:t>Insérer image</a:t>
            </a:r>
          </a:p>
        </p:txBody>
      </p:sp>
      <p:sp>
        <p:nvSpPr>
          <p:cNvPr id="27" name="Espace réservé du texte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4" name="Espace réservé du texte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rtlCol="0">
            <a:noAutofit/>
          </a:bodyPr>
          <a:lstStyle>
            <a:lvl1pPr marL="0" indent="0" algn="ctr">
              <a:buNone/>
              <a:defRPr>
                <a:solidFill>
                  <a:schemeClr val="tx1">
                    <a:alpha val="0"/>
                  </a:schemeClr>
                </a:solidFill>
              </a:defRPr>
            </a:lvl1pPr>
          </a:lstStyle>
          <a:p>
            <a:pPr lvl="0" rtl="0"/>
            <a:r>
              <a:rPr lang="fr-FR" noProof="0"/>
              <a:t>I</a:t>
            </a:r>
          </a:p>
        </p:txBody>
      </p:sp>
      <p:sp>
        <p:nvSpPr>
          <p:cNvPr id="2" name="Titre 1"/>
          <p:cNvSpPr>
            <a:spLocks noGrp="1"/>
          </p:cNvSpPr>
          <p:nvPr>
            <p:ph type="ctrTitle" hasCustomPrompt="1"/>
          </p:nvPr>
        </p:nvSpPr>
        <p:spPr>
          <a:xfrm>
            <a:off x="3163809" y="1905000"/>
            <a:ext cx="5864382" cy="2275238"/>
          </a:xfrm>
        </p:spPr>
        <p:txBody>
          <a:bodyPr rtlCol="0" anchor="ctr">
            <a:normAutofit/>
          </a:bodyPr>
          <a:lstStyle>
            <a:lvl1pPr algn="ctr">
              <a:defRPr lang="en-US" sz="5000" kern="1200" cap="all" spc="100" baseline="0" dirty="0">
                <a:solidFill>
                  <a:schemeClr val="bg1"/>
                </a:solidFill>
                <a:latin typeface="+mj-lt"/>
                <a:ea typeface="+mj-ea"/>
                <a:cs typeface="+mj-cs"/>
              </a:defRPr>
            </a:lvl1pPr>
          </a:lstStyle>
          <a:p>
            <a:pPr rtl="0"/>
            <a:r>
              <a:rPr lang="fr-FR" noProof="0"/>
              <a:t>MeRCI</a:t>
            </a:r>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ôture-Merci 3">
    <p:bg>
      <p:bgPr>
        <a:solidFill>
          <a:schemeClr val="bg1">
            <a:lumMod val="95000"/>
          </a:schemeClr>
        </a:solidFill>
        <a:effectLst/>
      </p:bgPr>
    </p:bg>
    <p:spTree>
      <p:nvGrpSpPr>
        <p:cNvPr id="1" name=""/>
        <p:cNvGrpSpPr/>
        <p:nvPr/>
      </p:nvGrpSpPr>
      <p:grpSpPr>
        <a:xfrm>
          <a:off x="0" y="0"/>
          <a:ext cx="0" cy="0"/>
          <a:chOff x="0" y="0"/>
          <a:chExt cx="0" cy="0"/>
        </a:xfrm>
      </p:grpSpPr>
      <p:sp>
        <p:nvSpPr>
          <p:cNvPr id="19" name="Espace réservé d’image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rtlCol="0" anchor="ctr">
            <a:noAutofit/>
          </a:bodyPr>
          <a:lstStyle>
            <a:lvl1pPr marL="0" indent="0" algn="ctr">
              <a:buNone/>
              <a:defRPr/>
            </a:lvl1pPr>
          </a:lstStyle>
          <a:p>
            <a:pPr rtl="0"/>
            <a:r>
              <a:rPr lang="fr-FR" noProof="0"/>
              <a:t>Insérer image</a:t>
            </a:r>
          </a:p>
        </p:txBody>
      </p:sp>
      <p:sp>
        <p:nvSpPr>
          <p:cNvPr id="7" name="Espace réservé du texte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2" name="Espace réservé du texte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10" name="Espace réservé du texte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rtlCol="0"/>
          <a:lstStyle>
            <a:lvl1pPr marL="0" indent="0" algn="ctr">
              <a:buNone/>
              <a:defRPr>
                <a:solidFill>
                  <a:schemeClr val="tx1">
                    <a:alpha val="0"/>
                  </a:schemeClr>
                </a:solidFill>
              </a:defRPr>
            </a:lvl1pPr>
          </a:lstStyle>
          <a:p>
            <a:pPr lvl="0" rtl="0"/>
            <a:r>
              <a:rPr lang="fr-FR" noProof="0"/>
              <a:t>I</a:t>
            </a:r>
          </a:p>
        </p:txBody>
      </p:sp>
      <p:sp>
        <p:nvSpPr>
          <p:cNvPr id="2" name="Titre 1"/>
          <p:cNvSpPr>
            <a:spLocks noGrp="1"/>
          </p:cNvSpPr>
          <p:nvPr>
            <p:ph type="ctrTitle" hasCustomPrompt="1"/>
          </p:nvPr>
        </p:nvSpPr>
        <p:spPr>
          <a:xfrm>
            <a:off x="3163809" y="1905000"/>
            <a:ext cx="5864382" cy="2275238"/>
          </a:xfrm>
        </p:spPr>
        <p:txBody>
          <a:bodyPr rtlCol="0" anchor="ctr">
            <a:normAutofit/>
          </a:bodyPr>
          <a:lstStyle>
            <a:lvl1pPr algn="ctr">
              <a:defRPr lang="en-US" sz="5000" kern="1200" cap="all" spc="100" baseline="0" dirty="0">
                <a:solidFill>
                  <a:schemeClr val="bg1"/>
                </a:solidFill>
                <a:latin typeface="+mj-lt"/>
                <a:ea typeface="+mj-ea"/>
                <a:cs typeface="+mj-cs"/>
              </a:defRPr>
            </a:lvl1pPr>
          </a:lstStyle>
          <a:p>
            <a:pPr rtl="0"/>
            <a:r>
              <a:rPr lang="fr-FR" noProof="0"/>
              <a:t>MeRCI</a:t>
            </a:r>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ôture-Merci 4">
    <p:bg>
      <p:bgPr>
        <a:solidFill>
          <a:schemeClr val="bg1">
            <a:lumMod val="95000"/>
          </a:schemeClr>
        </a:solidFill>
        <a:effectLst/>
      </p:bgPr>
    </p:bg>
    <p:spTree>
      <p:nvGrpSpPr>
        <p:cNvPr id="1" name=""/>
        <p:cNvGrpSpPr/>
        <p:nvPr/>
      </p:nvGrpSpPr>
      <p:grpSpPr>
        <a:xfrm>
          <a:off x="0" y="0"/>
          <a:ext cx="0" cy="0"/>
          <a:chOff x="0" y="0"/>
          <a:chExt cx="0" cy="0"/>
        </a:xfrm>
      </p:grpSpPr>
      <p:sp>
        <p:nvSpPr>
          <p:cNvPr id="22" name="Espace réservé du texte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rtlCol="0">
            <a:noAutofit/>
          </a:bodyPr>
          <a:lstStyle>
            <a:lvl1pPr marL="0" indent="0">
              <a:buNone/>
              <a:defRPr>
                <a:solidFill>
                  <a:schemeClr val="tx1">
                    <a:alpha val="0"/>
                  </a:schemeClr>
                </a:solidFill>
              </a:defRPr>
            </a:lvl1pPr>
          </a:lstStyle>
          <a:p>
            <a:pPr lvl="0" rtl="0"/>
            <a:r>
              <a:rPr lang="fr-FR" noProof="0"/>
              <a:t>I</a:t>
            </a:r>
          </a:p>
        </p:txBody>
      </p:sp>
      <p:sp>
        <p:nvSpPr>
          <p:cNvPr id="15" name="Espace réservé d’image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rtlCol="0" anchor="ctr">
            <a:noAutofit/>
          </a:bodyPr>
          <a:lstStyle>
            <a:lvl1pPr marL="0" indent="0" algn="ctr">
              <a:buNone/>
              <a:defRPr/>
            </a:lvl1pPr>
          </a:lstStyle>
          <a:p>
            <a:pPr rtl="0"/>
            <a:r>
              <a:rPr lang="fr-FR" noProof="0"/>
              <a:t>Insérer image</a:t>
            </a:r>
          </a:p>
        </p:txBody>
      </p:sp>
      <p:sp>
        <p:nvSpPr>
          <p:cNvPr id="17" name="Espace réservé du texte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hasCustomPrompt="1"/>
          </p:nvPr>
        </p:nvSpPr>
        <p:spPr>
          <a:xfrm>
            <a:off x="933450" y="762000"/>
            <a:ext cx="4381500" cy="3429000"/>
          </a:xfrm>
        </p:spPr>
        <p:txBody>
          <a:bodyPr rtlCol="0" anchor="ctr">
            <a:normAutofit/>
          </a:bodyPr>
          <a:lstStyle>
            <a:lvl1pPr algn="ctr">
              <a:defRPr sz="5000" spc="200" baseline="0"/>
            </a:lvl1pPr>
          </a:lstStyle>
          <a:p>
            <a:pPr rtl="0"/>
            <a:r>
              <a:rPr lang="fr-FR" noProof="0"/>
              <a:t>MeRCI</a:t>
            </a:r>
          </a:p>
        </p:txBody>
      </p:sp>
      <p:sp>
        <p:nvSpPr>
          <p:cNvPr id="7" name="Espace réservé du texte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ôture-Merci 5">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rtlCol="0" anchor="ctr">
            <a:noAutofit/>
          </a:bodyPr>
          <a:lstStyle>
            <a:lvl1pPr marL="0" indent="0" algn="ctr">
              <a:buNone/>
              <a:defRPr/>
            </a:lvl1pPr>
          </a:lstStyle>
          <a:p>
            <a:pPr rtl="0"/>
            <a:r>
              <a:rPr lang="fr-FR" noProof="0"/>
              <a:t>Insérer image</a:t>
            </a:r>
          </a:p>
        </p:txBody>
      </p:sp>
      <p:sp>
        <p:nvSpPr>
          <p:cNvPr id="17" name="Espace réservé du texte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2" name="Titre 1"/>
          <p:cNvSpPr>
            <a:spLocks noGrp="1"/>
          </p:cNvSpPr>
          <p:nvPr>
            <p:ph type="ctrTitle" hasCustomPrompt="1"/>
          </p:nvPr>
        </p:nvSpPr>
        <p:spPr>
          <a:xfrm>
            <a:off x="1257300" y="1447800"/>
            <a:ext cx="4114800" cy="3962400"/>
          </a:xfrm>
        </p:spPr>
        <p:txBody>
          <a:bodyPr rtlCol="0" anchor="ctr">
            <a:normAutofit/>
          </a:bodyPr>
          <a:lstStyle>
            <a:lvl1pPr algn="ctr">
              <a:defRPr sz="5000" spc="200" baseline="0"/>
            </a:lvl1pPr>
          </a:lstStyle>
          <a:p>
            <a:pPr rtl="0"/>
            <a:r>
              <a:rPr lang="fr-FR" noProof="0"/>
              <a:t>MeRCI</a:t>
            </a:r>
          </a:p>
        </p:txBody>
      </p:sp>
      <p:sp>
        <p:nvSpPr>
          <p:cNvPr id="7" name="Espace réservé du texte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
        <p:nvSpPr>
          <p:cNvPr id="8" name="Espace réservé du texte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rtlCol="0"/>
          <a:lstStyle>
            <a:lvl1pPr marL="0" indent="0">
              <a:buNone/>
              <a:defRPr>
                <a:solidFill>
                  <a:schemeClr val="tx1">
                    <a:alpha val="0"/>
                  </a:schemeClr>
                </a:solidFill>
              </a:defRPr>
            </a:lvl1pPr>
          </a:lstStyle>
          <a:p>
            <a:pPr lvl="0" rtl="0"/>
            <a:r>
              <a:rPr lang="fr-FR" noProof="0"/>
              <a:t>I</a:t>
            </a:r>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pPr rtl="0"/>
            <a:r>
              <a:rPr lang="fr-FR" noProof="0"/>
              <a:t>Modifiez le style du titre</a:t>
            </a:r>
          </a:p>
        </p:txBody>
      </p:sp>
      <p:sp>
        <p:nvSpPr>
          <p:cNvPr id="3" name="Espace réservé du texte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2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image 4">
            <a:extLst>
              <a:ext uri="{FF2B5EF4-FFF2-40B4-BE49-F238E27FC236}">
                <a16:creationId xmlns:a16="http://schemas.microsoft.com/office/drawing/2014/main" id="{09890287-4DB6-4C87-AEAF-17E9594F401B}"/>
              </a:ext>
              <a:ext uri="{C183D7F6-B498-43B3-948B-1728B52AA6E4}">
                <adec:decorative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Espace réservé du texte 284">
            <a:extLst>
              <a:ext uri="{FF2B5EF4-FFF2-40B4-BE49-F238E27FC236}">
                <a16:creationId xmlns:a16="http://schemas.microsoft.com/office/drawing/2014/main" id="{C0BF9B80-F084-4423-8C1C-E79BE829875F}"/>
              </a:ext>
              <a:ext uri="{C183D7F6-B498-43B3-948B-1728B52AA6E4}">
                <adec:decorative xmlns:adec="http://schemas.microsoft.com/office/drawing/2017/decorative" val="1"/>
              </a:ext>
            </a:extLst>
          </p:cNvPr>
          <p:cNvSpPr>
            <a:spLocks noGrp="1"/>
          </p:cNvSpPr>
          <p:nvPr>
            <p:ph type="body" sz="quarter" idx="13"/>
          </p:nvPr>
        </p:nvSpPr>
        <p:spPr/>
        <p:txBody>
          <a:bodyPr rtlCol="0"/>
          <a:lstStyle/>
          <a:p>
            <a:pPr rtl="0"/>
            <a:endParaRPr lang="fr-FR"/>
          </a:p>
        </p:txBody>
      </p:sp>
      <p:sp>
        <p:nvSpPr>
          <p:cNvPr id="286" name="Espace réservé du texte 285">
            <a:extLst>
              <a:ext uri="{FF2B5EF4-FFF2-40B4-BE49-F238E27FC236}">
                <a16:creationId xmlns:a16="http://schemas.microsoft.com/office/drawing/2014/main" id="{9626180B-FF05-48CF-BFB3-C95C9B5DAB99}"/>
              </a:ext>
              <a:ext uri="{C183D7F6-B498-43B3-948B-1728B52AA6E4}">
                <adec:decorative xmlns:adec="http://schemas.microsoft.com/office/drawing/2017/decorative" val="1"/>
              </a:ext>
            </a:extLst>
          </p:cNvPr>
          <p:cNvSpPr>
            <a:spLocks noGrp="1"/>
          </p:cNvSpPr>
          <p:nvPr>
            <p:ph type="body" sz="quarter" idx="15"/>
          </p:nvPr>
        </p:nvSpPr>
        <p:spPr/>
        <p:txBody>
          <a:bodyPr rtlCol="0"/>
          <a:lstStyle/>
          <a:p>
            <a:pPr rtl="0"/>
            <a:endParaRPr lang="fr-FR"/>
          </a:p>
        </p:txBody>
      </p:sp>
      <p:sp>
        <p:nvSpPr>
          <p:cNvPr id="6" name="Titre 5">
            <a:extLst>
              <a:ext uri="{FF2B5EF4-FFF2-40B4-BE49-F238E27FC236}">
                <a16:creationId xmlns:a16="http://schemas.microsoft.com/office/drawing/2014/main" id="{3933031D-018B-489E-B613-2113C1CD2360}"/>
              </a:ext>
            </a:extLst>
          </p:cNvPr>
          <p:cNvSpPr>
            <a:spLocks noGrp="1"/>
          </p:cNvSpPr>
          <p:nvPr>
            <p:ph type="ctrTitle"/>
          </p:nvPr>
        </p:nvSpPr>
        <p:spPr/>
        <p:txBody>
          <a:bodyPr rtlCol="0">
            <a:normAutofit fontScale="90000"/>
          </a:bodyPr>
          <a:lstStyle/>
          <a:p>
            <a:r>
              <a:rPr lang="fr-FR" dirty="0"/>
              <a:t>Projet RetailInsight360</a:t>
            </a:r>
            <a:br>
              <a:rPr lang="fr-FR" dirty="0"/>
            </a:br>
            <a:br>
              <a:rPr lang="fr-FR" dirty="0"/>
            </a:br>
            <a:r>
              <a:rPr lang="fr-FR" sz="1600" cap="none" dirty="0">
                <a:latin typeface="Calibri" panose="020F0502020204030204" pitchFamily="34" charset="0"/>
                <a:ea typeface="Calibri" panose="020F0502020204030204" pitchFamily="34" charset="0"/>
                <a:cs typeface="Calibri" panose="020F0502020204030204" pitchFamily="34" charset="0"/>
              </a:rPr>
              <a:t>Analyse de la satisfaction client et optimisation du réseau </a:t>
            </a:r>
            <a:r>
              <a:rPr lang="fr-FR" sz="1600" cap="none" dirty="0" err="1">
                <a:latin typeface="Calibri" panose="020F0502020204030204" pitchFamily="34" charset="0"/>
                <a:ea typeface="Calibri" panose="020F0502020204030204" pitchFamily="34" charset="0"/>
                <a:cs typeface="Calibri" panose="020F0502020204030204" pitchFamily="34" charset="0"/>
              </a:rPr>
              <a:t>BestMarket</a:t>
            </a:r>
            <a:br>
              <a:rPr lang="fr-FR" dirty="0"/>
            </a:br>
            <a:endParaRPr lang="fr-FR" dirty="0"/>
          </a:p>
        </p:txBody>
      </p:sp>
      <p:sp>
        <p:nvSpPr>
          <p:cNvPr id="7" name="Sous-titre 6">
            <a:extLst>
              <a:ext uri="{FF2B5EF4-FFF2-40B4-BE49-F238E27FC236}">
                <a16:creationId xmlns:a16="http://schemas.microsoft.com/office/drawing/2014/main" id="{606F8B2E-A7F5-4413-BEED-BFF7C3D9FF78}"/>
              </a:ext>
            </a:extLst>
          </p:cNvPr>
          <p:cNvSpPr>
            <a:spLocks noGrp="1"/>
          </p:cNvSpPr>
          <p:nvPr>
            <p:ph type="subTitle" idx="1"/>
          </p:nvPr>
        </p:nvSpPr>
        <p:spPr/>
        <p:txBody>
          <a:bodyPr rtlCol="0"/>
          <a:lstStyle/>
          <a:p>
            <a:pPr rtl="0"/>
            <a:r>
              <a:rPr lang="fr-FR"/>
              <a:t>Adam</a:t>
            </a:r>
            <a:endParaRPr lang="fr-FR" dirty="0"/>
          </a:p>
          <a:p>
            <a:r>
              <a:rPr lang="fr-FR" dirty="0"/>
              <a:t>Business Intelligence </a:t>
            </a:r>
            <a:r>
              <a:rPr lang="fr-FR" dirty="0" err="1"/>
              <a:t>Analys</a:t>
            </a:r>
            <a:endParaRPr lang="fr-FR" dirty="0"/>
          </a:p>
        </p:txBody>
      </p:sp>
    </p:spTree>
    <p:extLst>
      <p:ext uri="{BB962C8B-B14F-4D97-AF65-F5344CB8AC3E}">
        <p14:creationId xmlns:p14="http://schemas.microsoft.com/office/powerpoint/2010/main" val="313522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re 11">
            <a:extLst>
              <a:ext uri="{FF2B5EF4-FFF2-40B4-BE49-F238E27FC236}">
                <a16:creationId xmlns:a16="http://schemas.microsoft.com/office/drawing/2014/main" id="{94C582A2-A406-4C9B-A3DA-BA4EECAB37AC}"/>
              </a:ext>
            </a:extLst>
          </p:cNvPr>
          <p:cNvSpPr>
            <a:spLocks noGrp="1"/>
          </p:cNvSpPr>
          <p:nvPr>
            <p:ph type="title"/>
          </p:nvPr>
        </p:nvSpPr>
        <p:spPr/>
        <p:txBody>
          <a:bodyPr rtlCol="0"/>
          <a:lstStyle/>
          <a:p>
            <a:r>
              <a:rPr lang="fr-FR" dirty="0"/>
              <a:t>Contexte et Objectifs</a:t>
            </a:r>
          </a:p>
        </p:txBody>
      </p:sp>
      <p:sp>
        <p:nvSpPr>
          <p:cNvPr id="13" name="Espace réservé du contenu 12">
            <a:extLst>
              <a:ext uri="{FF2B5EF4-FFF2-40B4-BE49-F238E27FC236}">
                <a16:creationId xmlns:a16="http://schemas.microsoft.com/office/drawing/2014/main" id="{556610ED-3E2D-4E6A-ABD0-150F203E6B46}"/>
              </a:ext>
            </a:extLst>
          </p:cNvPr>
          <p:cNvSpPr>
            <a:spLocks noGrp="1"/>
          </p:cNvSpPr>
          <p:nvPr>
            <p:ph sz="quarter" idx="13"/>
          </p:nvPr>
        </p:nvSpPr>
        <p:spPr/>
        <p:txBody>
          <a:bodyPr rtlCol="0">
            <a:normAutofit fontScale="92500" lnSpcReduction="20000"/>
          </a:bodyPr>
          <a:lstStyle/>
          <a:p>
            <a:r>
              <a:rPr lang="fr-FR" b="1" dirty="0"/>
              <a:t>Contexte :</a:t>
            </a:r>
            <a:endParaRPr lang="fr-FR" dirty="0"/>
          </a:p>
          <a:p>
            <a:r>
              <a:rPr lang="fr-FR" dirty="0" err="1"/>
              <a:t>BestMarket</a:t>
            </a:r>
            <a:r>
              <a:rPr lang="fr-FR" dirty="0"/>
              <a:t> collecte des milliers d'avis clients (3000+ en 2021) via Email, Téléphone et Réseaux Sociaux.</a:t>
            </a:r>
          </a:p>
          <a:p>
            <a:r>
              <a:rPr lang="fr-FR" dirty="0"/>
              <a:t>Ces données étaient jusqu'ici inexploitées.</a:t>
            </a:r>
          </a:p>
          <a:p>
            <a:r>
              <a:rPr lang="fr-FR" b="1" dirty="0"/>
              <a:t>Objectifs de la mission :</a:t>
            </a:r>
            <a:endParaRPr lang="fr-FR" dirty="0"/>
          </a:p>
          <a:p>
            <a:r>
              <a:rPr lang="fr-FR" b="1" dirty="0"/>
              <a:t>Structurer la donnée :</a:t>
            </a:r>
            <a:r>
              <a:rPr lang="fr-FR" dirty="0"/>
              <a:t> Centraliser les retours et les informations magasins dans une base unique.</a:t>
            </a:r>
          </a:p>
          <a:p>
            <a:r>
              <a:rPr lang="fr-FR" b="1" dirty="0"/>
              <a:t>Mesurer la performance :</a:t>
            </a:r>
            <a:r>
              <a:rPr lang="fr-FR" dirty="0"/>
              <a:t> Identifier les magasins/produits "Top" et "Flop".</a:t>
            </a:r>
          </a:p>
          <a:p>
            <a:r>
              <a:rPr lang="fr-FR" b="1" dirty="0"/>
              <a:t>Piloter la fidélité :</a:t>
            </a:r>
            <a:r>
              <a:rPr lang="fr-FR" dirty="0"/>
              <a:t> Calculer le NPS (Net </a:t>
            </a:r>
            <a:r>
              <a:rPr lang="fr-FR" dirty="0" err="1"/>
              <a:t>Promoter</a:t>
            </a:r>
            <a:r>
              <a:rPr lang="fr-FR" dirty="0"/>
              <a:t> Score) et le taux de recommandation.</a:t>
            </a:r>
          </a:p>
          <a:p>
            <a:r>
              <a:rPr lang="fr-FR" b="1" dirty="0"/>
              <a:t>Discours orateur :</a:t>
            </a:r>
            <a:r>
              <a:rPr lang="fr-FR" dirty="0"/>
              <a:t> "Olivier, l'objectif de cette mission n'était pas seulement de sortir des chiffres, mais de construire un outil fiable pour vous permettre de piloter la qualité du réseau. Nous sommes partis d'une base brute pour arriver à des indicateurs décisionnels clairs."</a:t>
            </a:r>
          </a:p>
        </p:txBody>
      </p:sp>
      <p:sp>
        <p:nvSpPr>
          <p:cNvPr id="2" name="Espace réservé du texte 1">
            <a:extLst>
              <a:ext uri="{FF2B5EF4-FFF2-40B4-BE49-F238E27FC236}">
                <a16:creationId xmlns:a16="http://schemas.microsoft.com/office/drawing/2014/main" id="{E4C965B6-7E38-4D37-8DC4-198F7E2181D5}"/>
              </a:ext>
            </a:extLst>
          </p:cNvPr>
          <p:cNvSpPr>
            <a:spLocks noGrp="1"/>
          </p:cNvSpPr>
          <p:nvPr>
            <p:ph type="body" sz="quarter" idx="16"/>
          </p:nvPr>
        </p:nvSpPr>
        <p:spPr/>
        <p:txBody>
          <a:bodyPr rtlCol="0"/>
          <a:lstStyle/>
          <a:p>
            <a:pPr rtl="0"/>
            <a:endParaRPr lang="fr-FR" dirty="0"/>
          </a:p>
        </p:txBody>
      </p:sp>
      <p:sp>
        <p:nvSpPr>
          <p:cNvPr id="3" name="Espace réservé du numéro de diapositive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rtlCol="0"/>
          <a:lstStyle/>
          <a:p>
            <a:pPr rtl="0"/>
            <a:fld id="{4FAB73BC-B049-4115-A692-8D63A059BFB8}" type="slidenum">
              <a:rPr lang="fr-FR" smtClean="0"/>
              <a:pPr/>
              <a:t>2</a:t>
            </a:fld>
            <a:endParaRPr lang="fr-FR"/>
          </a:p>
        </p:txBody>
      </p:sp>
      <p:sp>
        <p:nvSpPr>
          <p:cNvPr id="18" name="Espace réservé du texte 119">
            <a:extLst>
              <a:ext uri="{FF2B5EF4-FFF2-40B4-BE49-F238E27FC236}">
                <a16:creationId xmlns:a16="http://schemas.microsoft.com/office/drawing/2014/main" id="{6E5B80C5-6B42-4867-88CC-660291DD3F8D}"/>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fr-FR"/>
          </a:p>
        </p:txBody>
      </p:sp>
      <p:pic>
        <p:nvPicPr>
          <p:cNvPr id="10" name="Espace réservé d’image 5">
            <a:extLst>
              <a:ext uri="{FF2B5EF4-FFF2-40B4-BE49-F238E27FC236}">
                <a16:creationId xmlns:a16="http://schemas.microsoft.com/office/drawing/2014/main" id="{D2A5B748-37FD-448D-997E-B1D3326587D6}"/>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074725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FE51-F8F5-ED71-F1A9-E8649DE2BC38}"/>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D704766E-963B-CBEB-3406-F876512B0987}"/>
              </a:ext>
            </a:extLst>
          </p:cNvPr>
          <p:cNvSpPr>
            <a:spLocks noGrp="1"/>
          </p:cNvSpPr>
          <p:nvPr>
            <p:ph type="title"/>
          </p:nvPr>
        </p:nvSpPr>
        <p:spPr/>
        <p:txBody>
          <a:bodyPr rtlCol="0"/>
          <a:lstStyle/>
          <a:p>
            <a:r>
              <a:rPr lang="fr-FR" dirty="0"/>
              <a:t>Méthodologie et Outils</a:t>
            </a:r>
          </a:p>
        </p:txBody>
      </p:sp>
      <p:sp>
        <p:nvSpPr>
          <p:cNvPr id="13" name="Espace réservé du contenu 12">
            <a:extLst>
              <a:ext uri="{FF2B5EF4-FFF2-40B4-BE49-F238E27FC236}">
                <a16:creationId xmlns:a16="http://schemas.microsoft.com/office/drawing/2014/main" id="{0482B7BB-6F0D-49D5-100A-CCDFE13C99B3}"/>
              </a:ext>
            </a:extLst>
          </p:cNvPr>
          <p:cNvSpPr>
            <a:spLocks noGrp="1"/>
          </p:cNvSpPr>
          <p:nvPr>
            <p:ph sz="quarter" idx="13"/>
          </p:nvPr>
        </p:nvSpPr>
        <p:spPr/>
        <p:txBody>
          <a:bodyPr rtlCol="0">
            <a:normAutofit fontScale="77500" lnSpcReduction="20000"/>
          </a:bodyPr>
          <a:lstStyle/>
          <a:p>
            <a:r>
              <a:rPr lang="fr-FR" b="1" dirty="0"/>
              <a:t>Outils utilisés :</a:t>
            </a:r>
            <a:endParaRPr lang="fr-FR" dirty="0"/>
          </a:p>
          <a:p>
            <a:r>
              <a:rPr lang="fr-FR" b="1" dirty="0"/>
              <a:t>SGBD :</a:t>
            </a:r>
            <a:r>
              <a:rPr lang="fr-FR" dirty="0"/>
              <a:t> DB Browser for SQLite (Stockage et requêtage léger).</a:t>
            </a:r>
          </a:p>
          <a:p>
            <a:r>
              <a:rPr lang="fr-FR" b="1" dirty="0"/>
              <a:t>Modélisation :</a:t>
            </a:r>
            <a:r>
              <a:rPr lang="fr-FR" dirty="0"/>
              <a:t> [</a:t>
            </a:r>
            <a:r>
              <a:rPr lang="fr-FR" dirty="0" err="1"/>
              <a:t>DBQLight</a:t>
            </a:r>
            <a:r>
              <a:rPr lang="fr-FR" dirty="0"/>
              <a:t>].</a:t>
            </a:r>
          </a:p>
          <a:p>
            <a:r>
              <a:rPr lang="fr-FR" b="1" dirty="0"/>
              <a:t>Langage :</a:t>
            </a:r>
            <a:r>
              <a:rPr lang="fr-FR" dirty="0"/>
              <a:t> SQL.</a:t>
            </a:r>
          </a:p>
          <a:p>
            <a:r>
              <a:rPr lang="fr-FR" b="1" dirty="0"/>
              <a:t>Démarche Méthodologique :</a:t>
            </a:r>
            <a:endParaRPr lang="fr-FR" dirty="0"/>
          </a:p>
          <a:p>
            <a:r>
              <a:rPr lang="fr-FR" b="1" dirty="0"/>
              <a:t>Import &amp; Nettoyage :</a:t>
            </a:r>
            <a:r>
              <a:rPr lang="fr-FR" dirty="0"/>
              <a:t> Chargement du fichier SQL initial et vérification de la cohérence.</a:t>
            </a:r>
          </a:p>
          <a:p>
            <a:r>
              <a:rPr lang="fr-FR" b="1" dirty="0"/>
              <a:t>Enrichissement :</a:t>
            </a:r>
            <a:r>
              <a:rPr lang="fr-FR" dirty="0"/>
              <a:t> Import de la table </a:t>
            </a:r>
            <a:r>
              <a:rPr lang="fr-FR" dirty="0" err="1"/>
              <a:t>ref_magasin</a:t>
            </a:r>
            <a:r>
              <a:rPr lang="fr-FR" dirty="0"/>
              <a:t> (CSV) pour ajouter la dimension géographique (Ville, Département).</a:t>
            </a:r>
          </a:p>
          <a:p>
            <a:pPr lvl="1"/>
            <a:r>
              <a:rPr lang="fr-FR" i="1" dirty="0"/>
              <a:t>Point de vigilance :</a:t>
            </a:r>
            <a:r>
              <a:rPr lang="fr-FR" dirty="0"/>
              <a:t> Gestion de l'encodage (ISO-8859-1) pour préserver les accents (ex: "Créteil").</a:t>
            </a:r>
          </a:p>
          <a:p>
            <a:r>
              <a:rPr lang="fr-FR" b="1" dirty="0"/>
              <a:t>Analyse :</a:t>
            </a:r>
            <a:r>
              <a:rPr lang="fr-FR" dirty="0"/>
              <a:t> Rédaction de requêtes complexes (Jointures, Agrégations, Analyses temporelles).</a:t>
            </a:r>
          </a:p>
          <a:p>
            <a:r>
              <a:rPr lang="fr-FR" b="1" dirty="0"/>
              <a:t>Discours orateur :</a:t>
            </a:r>
            <a:r>
              <a:rPr lang="fr-FR" dirty="0"/>
              <a:t> "Pour garantir la fiabilité des résultats, j'ai utilisé une base de données relationnelle SQLite. Cela permet de croiser les informations (Ventes vs Magasins), ce qu'Excel ne permettrait pas de faire aussi robustement. J'ai porté une attention particulière à l'encodage des caractères pour garantir la lisibilité des villes."</a:t>
            </a:r>
          </a:p>
          <a:p>
            <a:endParaRPr lang="fr-FR" dirty="0"/>
          </a:p>
        </p:txBody>
      </p:sp>
      <p:sp>
        <p:nvSpPr>
          <p:cNvPr id="2" name="Espace réservé du texte 1">
            <a:extLst>
              <a:ext uri="{FF2B5EF4-FFF2-40B4-BE49-F238E27FC236}">
                <a16:creationId xmlns:a16="http://schemas.microsoft.com/office/drawing/2014/main" id="{A2B16F7E-2B00-1B5A-D3F5-3860CAE94F3B}"/>
              </a:ext>
            </a:extLst>
          </p:cNvPr>
          <p:cNvSpPr>
            <a:spLocks noGrp="1"/>
          </p:cNvSpPr>
          <p:nvPr>
            <p:ph type="body" sz="quarter" idx="16"/>
          </p:nvPr>
        </p:nvSpPr>
        <p:spPr/>
        <p:txBody>
          <a:bodyPr rtlCol="0"/>
          <a:lstStyle/>
          <a:p>
            <a:pPr rtl="0"/>
            <a:endParaRPr lang="fr-FR" dirty="0"/>
          </a:p>
        </p:txBody>
      </p:sp>
      <p:sp>
        <p:nvSpPr>
          <p:cNvPr id="3" name="Espace réservé du numéro de diapositive 2">
            <a:extLst>
              <a:ext uri="{FF2B5EF4-FFF2-40B4-BE49-F238E27FC236}">
                <a16:creationId xmlns:a16="http://schemas.microsoft.com/office/drawing/2014/main" id="{740052D7-0A75-6EB6-D28C-FC8086FDD8A7}"/>
              </a:ext>
            </a:extLst>
          </p:cNvPr>
          <p:cNvSpPr>
            <a:spLocks noGrp="1"/>
          </p:cNvSpPr>
          <p:nvPr>
            <p:ph type="sldNum" sz="quarter" idx="4"/>
          </p:nvPr>
        </p:nvSpPr>
        <p:spPr/>
        <p:txBody>
          <a:bodyPr rtlCol="0"/>
          <a:lstStyle/>
          <a:p>
            <a:pPr rtl="0"/>
            <a:fld id="{4FAB73BC-B049-4115-A692-8D63A059BFB8}" type="slidenum">
              <a:rPr lang="fr-FR" smtClean="0"/>
              <a:pPr rtl="0"/>
              <a:t>3</a:t>
            </a:fld>
            <a:endParaRPr lang="fr-FR"/>
          </a:p>
        </p:txBody>
      </p:sp>
      <p:sp>
        <p:nvSpPr>
          <p:cNvPr id="18" name="Espace réservé du texte 119">
            <a:extLst>
              <a:ext uri="{FF2B5EF4-FFF2-40B4-BE49-F238E27FC236}">
                <a16:creationId xmlns:a16="http://schemas.microsoft.com/office/drawing/2014/main" id="{11522E95-0A59-924C-0E8F-470EBFA8EFAB}"/>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fr-FR"/>
          </a:p>
        </p:txBody>
      </p:sp>
      <p:pic>
        <p:nvPicPr>
          <p:cNvPr id="10" name="Espace réservé d’image 5">
            <a:extLst>
              <a:ext uri="{FF2B5EF4-FFF2-40B4-BE49-F238E27FC236}">
                <a16:creationId xmlns:a16="http://schemas.microsoft.com/office/drawing/2014/main" id="{53014292-FC40-E75B-2A81-BB543450AD81}"/>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2851317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re 11">
            <a:extLst>
              <a:ext uri="{FF2B5EF4-FFF2-40B4-BE49-F238E27FC236}">
                <a16:creationId xmlns:a16="http://schemas.microsoft.com/office/drawing/2014/main" id="{94C582A2-A406-4C9B-A3DA-BA4EECAB37AC}"/>
              </a:ext>
            </a:extLst>
          </p:cNvPr>
          <p:cNvSpPr>
            <a:spLocks noGrp="1"/>
          </p:cNvSpPr>
          <p:nvPr>
            <p:ph type="title"/>
          </p:nvPr>
        </p:nvSpPr>
        <p:spPr>
          <a:xfrm>
            <a:off x="866796" y="697745"/>
            <a:ext cx="11067045" cy="2408917"/>
          </a:xfrm>
        </p:spPr>
        <p:txBody>
          <a:bodyPr rtlCol="0">
            <a:normAutofit/>
          </a:bodyPr>
          <a:lstStyle/>
          <a:p>
            <a:r>
              <a:rPr lang="fr-FR" sz="1200" b="1" dirty="0"/>
              <a:t>1. Schéma Relationnel mis à jour :</a:t>
            </a:r>
            <a:br>
              <a:rPr lang="fr-FR" sz="1200" dirty="0"/>
            </a:br>
            <a:r>
              <a:rPr lang="fr-FR" sz="1200" b="1" dirty="0"/>
              <a:t>Modification :</a:t>
            </a:r>
            <a:r>
              <a:rPr lang="fr-FR" sz="1200" dirty="0"/>
              <a:t> La table </a:t>
            </a:r>
            <a:r>
              <a:rPr lang="fr-FR" sz="1200" dirty="0" err="1"/>
              <a:t>retour_client</a:t>
            </a:r>
            <a:r>
              <a:rPr lang="fr-FR" sz="1200" dirty="0"/>
              <a:t> est désormais liée à </a:t>
            </a:r>
            <a:r>
              <a:rPr lang="fr-FR" sz="1200" dirty="0" err="1"/>
              <a:t>ref_magasin</a:t>
            </a:r>
            <a:r>
              <a:rPr lang="fr-FR" sz="1200" dirty="0"/>
              <a:t> via la clé étrangère </a:t>
            </a:r>
            <a:r>
              <a:rPr lang="fr-FR" sz="1200" dirty="0" err="1"/>
              <a:t>ref_magasin</a:t>
            </a:r>
            <a:r>
              <a:rPr lang="fr-FR" sz="1200" dirty="0"/>
              <a:t>.</a:t>
            </a:r>
          </a:p>
        </p:txBody>
      </p:sp>
      <p:pic>
        <p:nvPicPr>
          <p:cNvPr id="39" name="Espace réservé d’image 38">
            <a:extLst>
              <a:ext uri="{FF2B5EF4-FFF2-40B4-BE49-F238E27FC236}">
                <a16:creationId xmlns:a16="http://schemas.microsoft.com/office/drawing/2014/main" id="{D15B262E-3234-4E0C-A890-B69314333FD8}"/>
              </a:ext>
              <a:ext uri="{C183D7F6-B498-43B3-948B-1728B52AA6E4}">
                <adec:decorative xmlns:adec="http://schemas.microsoft.com/office/drawing/2017/decorative" val="1"/>
              </a:ext>
            </a:extLst>
          </p:cNvPr>
          <p:cNvPicPr>
            <a:picLocks noGrp="1" noChangeAspect="1"/>
          </p:cNvPicPr>
          <p:nvPr>
            <p:ph type="pic" sz="quarter" idx="21"/>
          </p:nvPr>
        </p:nvPicPr>
        <p:blipFill>
          <a:blip r:embed="rId3">
            <a:extLst>
              <a:ext uri="{96DAC541-7B7A-43D3-8B79-37D633B846F1}">
                <asvg:svgBlip xmlns:asvg="http://schemas.microsoft.com/office/drawing/2016/SVG/main" r:embed="rId4"/>
              </a:ext>
            </a:extLst>
          </a:blip>
          <a:srcRect l="853" r="853"/>
          <a:stretch>
            <a:fillRect/>
          </a:stretch>
        </p:blipFill>
        <p:spPr>
          <a:xfrm>
            <a:off x="16669" y="475563"/>
            <a:ext cx="914400" cy="930275"/>
          </a:xfrm>
        </p:spPr>
      </p:pic>
      <p:sp>
        <p:nvSpPr>
          <p:cNvPr id="2" name="Espace réservé du numéro de diapositive 1">
            <a:extLst>
              <a:ext uri="{FF2B5EF4-FFF2-40B4-BE49-F238E27FC236}">
                <a16:creationId xmlns:a16="http://schemas.microsoft.com/office/drawing/2014/main" id="{7A6C6147-EB04-429F-9D41-52F18DE2322C}"/>
              </a:ext>
            </a:extLst>
          </p:cNvPr>
          <p:cNvSpPr>
            <a:spLocks noGrp="1"/>
          </p:cNvSpPr>
          <p:nvPr>
            <p:ph type="sldNum" sz="quarter" idx="4"/>
          </p:nvPr>
        </p:nvSpPr>
        <p:spPr/>
        <p:txBody>
          <a:bodyPr rtlCol="0"/>
          <a:lstStyle/>
          <a:p>
            <a:pPr rtl="0"/>
            <a:fld id="{4FAB73BC-B049-4115-A692-8D63A059BFB8}" type="slidenum">
              <a:rPr lang="fr-FR" smtClean="0"/>
              <a:pPr rtl="0"/>
              <a:t>4</a:t>
            </a:fld>
            <a:endParaRPr lang="fr-FR"/>
          </a:p>
        </p:txBody>
      </p:sp>
      <p:sp>
        <p:nvSpPr>
          <p:cNvPr id="32" name="Espace réservé du texte 119">
            <a:extLst>
              <a:ext uri="{FF2B5EF4-FFF2-40B4-BE49-F238E27FC236}">
                <a16:creationId xmlns:a16="http://schemas.microsoft.com/office/drawing/2014/main" id="{D9043C6D-0761-489D-8401-7F976D80BA59}"/>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fr-FR"/>
          </a:p>
        </p:txBody>
      </p:sp>
      <p:sp>
        <p:nvSpPr>
          <p:cNvPr id="40" name="Forme libre : Forme 39">
            <a:extLst>
              <a:ext uri="{FF2B5EF4-FFF2-40B4-BE49-F238E27FC236}">
                <a16:creationId xmlns:a16="http://schemas.microsoft.com/office/drawing/2014/main" id="{CD5E95B5-674E-4A3A-A7C5-83CFC41142E0}"/>
              </a:ext>
              <a:ext uri="{C183D7F6-B498-43B3-948B-1728B52AA6E4}">
                <adec:decorative xmlns:adec="http://schemas.microsoft.com/office/drawing/2017/decorative" val="1"/>
              </a:ext>
            </a:extLst>
          </p:cNvPr>
          <p:cNvSpPr/>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19" name="Espace réservé pour une image  18">
            <a:extLst>
              <a:ext uri="{FF2B5EF4-FFF2-40B4-BE49-F238E27FC236}">
                <a16:creationId xmlns:a16="http://schemas.microsoft.com/office/drawing/2014/main" id="{5D427F27-9058-D310-D204-BA4354F9B13D}"/>
              </a:ext>
            </a:extLst>
          </p:cNvPr>
          <p:cNvPicPr>
            <a:picLocks noGrp="1" noChangeAspect="1"/>
          </p:cNvPicPr>
          <p:nvPr>
            <p:ph type="pic" sz="quarter" idx="17"/>
          </p:nvPr>
        </p:nvPicPr>
        <p:blipFill>
          <a:blip r:embed="rId5"/>
          <a:srcRect t="21564" b="21564"/>
          <a:stretch>
            <a:fillRect/>
          </a:stretch>
        </p:blipFill>
        <p:spPr>
          <a:xfrm>
            <a:off x="8400256" y="1100056"/>
            <a:ext cx="3242800" cy="2905008"/>
          </a:xfrm>
        </p:spPr>
      </p:pic>
      <p:pic>
        <p:nvPicPr>
          <p:cNvPr id="21" name="Image 20">
            <a:extLst>
              <a:ext uri="{FF2B5EF4-FFF2-40B4-BE49-F238E27FC236}">
                <a16:creationId xmlns:a16="http://schemas.microsoft.com/office/drawing/2014/main" id="{65D02D90-8B40-086A-FF97-F95DC1EAA388}"/>
              </a:ext>
            </a:extLst>
          </p:cNvPr>
          <p:cNvPicPr>
            <a:picLocks noChangeAspect="1"/>
          </p:cNvPicPr>
          <p:nvPr/>
        </p:nvPicPr>
        <p:blipFill>
          <a:blip r:embed="rId6"/>
          <a:stretch>
            <a:fillRect/>
          </a:stretch>
        </p:blipFill>
        <p:spPr>
          <a:xfrm>
            <a:off x="5535759" y="4428489"/>
            <a:ext cx="6569727" cy="2094231"/>
          </a:xfrm>
          <a:prstGeom prst="rect">
            <a:avLst/>
          </a:prstGeom>
        </p:spPr>
      </p:pic>
      <p:sp>
        <p:nvSpPr>
          <p:cNvPr id="22" name="Titre 11">
            <a:extLst>
              <a:ext uri="{FF2B5EF4-FFF2-40B4-BE49-F238E27FC236}">
                <a16:creationId xmlns:a16="http://schemas.microsoft.com/office/drawing/2014/main" id="{05B20EDD-3E61-0A3B-65A9-6BF9382E3294}"/>
              </a:ext>
            </a:extLst>
          </p:cNvPr>
          <p:cNvSpPr txBox="1">
            <a:spLocks/>
          </p:cNvSpPr>
          <p:nvPr/>
        </p:nvSpPr>
        <p:spPr>
          <a:xfrm>
            <a:off x="1027528" y="4475628"/>
            <a:ext cx="11067045" cy="240891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b="0" kern="1200" cap="all" spc="100" baseline="0">
                <a:solidFill>
                  <a:schemeClr val="tx1">
                    <a:lumMod val="95000"/>
                    <a:lumOff val="5000"/>
                  </a:schemeClr>
                </a:solidFill>
                <a:latin typeface="+mj-lt"/>
                <a:ea typeface="+mj-ea"/>
                <a:cs typeface="+mj-cs"/>
              </a:defRPr>
            </a:lvl1pPr>
          </a:lstStyle>
          <a:p>
            <a:r>
              <a:rPr lang="fr-FR" sz="1200" b="1" dirty="0"/>
              <a:t>2. Dictionnaire de données :</a:t>
            </a:r>
            <a:endParaRPr lang="fr-FR" sz="1200" dirty="0"/>
          </a:p>
          <a:p>
            <a:r>
              <a:rPr lang="fr-FR" sz="1200" dirty="0"/>
              <a:t>Ajout des métadonnées géographiques (Ville, Département, Population).</a:t>
            </a:r>
          </a:p>
          <a:p>
            <a:endParaRPr lang="fr-FR" sz="1200" dirty="0"/>
          </a:p>
        </p:txBody>
      </p:sp>
      <p:pic>
        <p:nvPicPr>
          <p:cNvPr id="25" name="Espace réservé d’image 38">
            <a:extLst>
              <a:ext uri="{FF2B5EF4-FFF2-40B4-BE49-F238E27FC236}">
                <a16:creationId xmlns:a16="http://schemas.microsoft.com/office/drawing/2014/main" id="{5B519407-B5D0-A837-31BE-F1654978094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7"/>
              </a:ext>
            </a:extLst>
          </a:blip>
          <a:srcRect l="853" r="853"/>
          <a:stretch>
            <a:fillRect/>
          </a:stretch>
        </p:blipFill>
        <p:spPr>
          <a:xfrm>
            <a:off x="16669" y="4262025"/>
            <a:ext cx="914400" cy="930275"/>
          </a:xfrm>
          <a:prstGeom prst="rect">
            <a:avLst/>
          </a:prstGeom>
        </p:spPr>
      </p:pic>
    </p:spTree>
    <p:extLst>
      <p:ext uri="{BB962C8B-B14F-4D97-AF65-F5344CB8AC3E}">
        <p14:creationId xmlns:p14="http://schemas.microsoft.com/office/powerpoint/2010/main" val="2956204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4CD66-5AF6-3F92-70CE-E32801E76AA3}"/>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DCB75E80-C391-69E7-B625-A508C094A1C8}"/>
              </a:ext>
            </a:extLst>
          </p:cNvPr>
          <p:cNvSpPr>
            <a:spLocks noGrp="1"/>
          </p:cNvSpPr>
          <p:nvPr>
            <p:ph type="title"/>
          </p:nvPr>
        </p:nvSpPr>
        <p:spPr/>
        <p:txBody>
          <a:bodyPr rtlCol="0"/>
          <a:lstStyle/>
          <a:p>
            <a:r>
              <a:rPr lang="fr-FR" dirty="0"/>
              <a:t>Qualité et Sécurité des Données</a:t>
            </a:r>
          </a:p>
        </p:txBody>
      </p:sp>
      <p:sp>
        <p:nvSpPr>
          <p:cNvPr id="13" name="Espace réservé du contenu 12">
            <a:extLst>
              <a:ext uri="{FF2B5EF4-FFF2-40B4-BE49-F238E27FC236}">
                <a16:creationId xmlns:a16="http://schemas.microsoft.com/office/drawing/2014/main" id="{CFEBC30A-3D48-172E-D37D-F956E2A846B3}"/>
              </a:ext>
            </a:extLst>
          </p:cNvPr>
          <p:cNvSpPr>
            <a:spLocks noGrp="1"/>
          </p:cNvSpPr>
          <p:nvPr>
            <p:ph sz="quarter" idx="13"/>
          </p:nvPr>
        </p:nvSpPr>
        <p:spPr/>
        <p:txBody>
          <a:bodyPr rtlCol="0">
            <a:normAutofit lnSpcReduction="10000"/>
          </a:bodyPr>
          <a:lstStyle/>
          <a:p>
            <a:r>
              <a:rPr lang="fr-FR" b="1" dirty="0"/>
              <a:t>Retour sur la cohérence :</a:t>
            </a:r>
            <a:endParaRPr lang="fr-FR" dirty="0"/>
          </a:p>
          <a:p>
            <a:r>
              <a:rPr lang="fr-FR" dirty="0"/>
              <a:t>✅ </a:t>
            </a:r>
            <a:r>
              <a:rPr lang="fr-FR" b="1" dirty="0"/>
              <a:t>Intégrité :</a:t>
            </a:r>
            <a:r>
              <a:rPr lang="fr-FR" dirty="0"/>
              <a:t> Pas de doublons détectés dans les clés primaires.</a:t>
            </a:r>
          </a:p>
          <a:p>
            <a:r>
              <a:rPr lang="fr-FR" dirty="0"/>
              <a:t>✅ </a:t>
            </a:r>
            <a:r>
              <a:rPr lang="fr-FR" b="1" dirty="0"/>
              <a:t>Exhaustivité :</a:t>
            </a:r>
            <a:r>
              <a:rPr lang="fr-FR" dirty="0"/>
              <a:t> Les 145 produits et 3000 avis sont bien chargés.</a:t>
            </a:r>
          </a:p>
          <a:p>
            <a:r>
              <a:rPr lang="fr-FR" dirty="0"/>
              <a:t>✅ </a:t>
            </a:r>
            <a:r>
              <a:rPr lang="fr-FR" b="1" dirty="0"/>
              <a:t>Clés étrangères :</a:t>
            </a:r>
            <a:r>
              <a:rPr lang="fr-FR" dirty="0"/>
              <a:t> Chaque retour client est bien associé à un produit et un magasin existant.</a:t>
            </a:r>
          </a:p>
          <a:p>
            <a:r>
              <a:rPr lang="fr-FR" b="1" dirty="0"/>
              <a:t>Bonnes Pratiques &amp; RGPD :</a:t>
            </a:r>
            <a:endParaRPr lang="fr-FR" dirty="0"/>
          </a:p>
          <a:p>
            <a:r>
              <a:rPr lang="fr-FR" b="1" dirty="0"/>
              <a:t>Sauvegarde :</a:t>
            </a:r>
            <a:r>
              <a:rPr lang="fr-FR" dirty="0"/>
              <a:t> Export régulier de la base </a:t>
            </a:r>
            <a:r>
              <a:rPr lang="fr-FR" dirty="0" err="1"/>
              <a:t>feedback.db</a:t>
            </a:r>
            <a:r>
              <a:rPr lang="fr-FR" dirty="0"/>
              <a:t> sur serveur sécurisé.</a:t>
            </a:r>
          </a:p>
          <a:p>
            <a:r>
              <a:rPr lang="fr-FR" b="1" dirty="0"/>
              <a:t>Accès :</a:t>
            </a:r>
            <a:r>
              <a:rPr lang="fr-FR" dirty="0"/>
              <a:t> Restriction des droits d'accès à la base (lecture seule pour les analystes).</a:t>
            </a:r>
          </a:p>
          <a:p>
            <a:r>
              <a:rPr lang="fr-FR" b="1" dirty="0"/>
              <a:t>Anonymisation :</a:t>
            </a:r>
            <a:r>
              <a:rPr lang="fr-FR" dirty="0"/>
              <a:t> Les données clients actuels ne contiennent pas de noms/prénoms (Conforme RGPD).</a:t>
            </a:r>
          </a:p>
        </p:txBody>
      </p:sp>
      <p:sp>
        <p:nvSpPr>
          <p:cNvPr id="2" name="Espace réservé du texte 1">
            <a:extLst>
              <a:ext uri="{FF2B5EF4-FFF2-40B4-BE49-F238E27FC236}">
                <a16:creationId xmlns:a16="http://schemas.microsoft.com/office/drawing/2014/main" id="{0FCFA158-B155-2BC9-8F6C-72C3C14F4359}"/>
              </a:ext>
            </a:extLst>
          </p:cNvPr>
          <p:cNvSpPr>
            <a:spLocks noGrp="1"/>
          </p:cNvSpPr>
          <p:nvPr>
            <p:ph type="body" sz="quarter" idx="16"/>
          </p:nvPr>
        </p:nvSpPr>
        <p:spPr/>
        <p:txBody>
          <a:bodyPr rtlCol="0"/>
          <a:lstStyle/>
          <a:p>
            <a:pPr rtl="0"/>
            <a:endParaRPr lang="fr-FR" dirty="0"/>
          </a:p>
        </p:txBody>
      </p:sp>
      <p:sp>
        <p:nvSpPr>
          <p:cNvPr id="3" name="Espace réservé du numéro de diapositive 2">
            <a:extLst>
              <a:ext uri="{FF2B5EF4-FFF2-40B4-BE49-F238E27FC236}">
                <a16:creationId xmlns:a16="http://schemas.microsoft.com/office/drawing/2014/main" id="{4D097A77-EEDF-4F87-1A55-BED243E3D429}"/>
              </a:ext>
            </a:extLst>
          </p:cNvPr>
          <p:cNvSpPr>
            <a:spLocks noGrp="1"/>
          </p:cNvSpPr>
          <p:nvPr>
            <p:ph type="sldNum" sz="quarter" idx="4"/>
          </p:nvPr>
        </p:nvSpPr>
        <p:spPr/>
        <p:txBody>
          <a:bodyPr rtlCol="0"/>
          <a:lstStyle/>
          <a:p>
            <a:pPr rtl="0"/>
            <a:fld id="{4FAB73BC-B049-4115-A692-8D63A059BFB8}" type="slidenum">
              <a:rPr lang="fr-FR" smtClean="0"/>
              <a:pPr rtl="0"/>
              <a:t>5</a:t>
            </a:fld>
            <a:endParaRPr lang="fr-FR"/>
          </a:p>
        </p:txBody>
      </p:sp>
      <p:sp>
        <p:nvSpPr>
          <p:cNvPr id="18" name="Espace réservé du texte 119">
            <a:extLst>
              <a:ext uri="{FF2B5EF4-FFF2-40B4-BE49-F238E27FC236}">
                <a16:creationId xmlns:a16="http://schemas.microsoft.com/office/drawing/2014/main" id="{784FC99A-B69F-6CA7-E058-424026927F4B}"/>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fr-FR"/>
          </a:p>
        </p:txBody>
      </p:sp>
      <p:pic>
        <p:nvPicPr>
          <p:cNvPr id="10" name="Espace réservé d’image 5">
            <a:extLst>
              <a:ext uri="{FF2B5EF4-FFF2-40B4-BE49-F238E27FC236}">
                <a16:creationId xmlns:a16="http://schemas.microsoft.com/office/drawing/2014/main" id="{49A62CF3-14E4-8A76-43AB-669F27B88B71}"/>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2560625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F004B-CAF7-D7EA-5723-F8EE26FDF92D}"/>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FB95C5B5-ECC7-8F17-34CA-ED73840C8716}"/>
              </a:ext>
            </a:extLst>
          </p:cNvPr>
          <p:cNvSpPr>
            <a:spLocks noGrp="1"/>
          </p:cNvSpPr>
          <p:nvPr>
            <p:ph type="title"/>
          </p:nvPr>
        </p:nvSpPr>
        <p:spPr/>
        <p:txBody>
          <a:bodyPr rtlCol="0"/>
          <a:lstStyle/>
          <a:p>
            <a:r>
              <a:rPr lang="fr-FR" dirty="0"/>
              <a:t>Indicateurs Clés de Fidélité (KPIs)</a:t>
            </a:r>
          </a:p>
        </p:txBody>
      </p:sp>
      <p:sp>
        <p:nvSpPr>
          <p:cNvPr id="13" name="Espace réservé du contenu 12">
            <a:extLst>
              <a:ext uri="{FF2B5EF4-FFF2-40B4-BE49-F238E27FC236}">
                <a16:creationId xmlns:a16="http://schemas.microsoft.com/office/drawing/2014/main" id="{1866A34C-D496-7842-8D6F-3350012798A4}"/>
              </a:ext>
            </a:extLst>
          </p:cNvPr>
          <p:cNvSpPr>
            <a:spLocks noGrp="1"/>
          </p:cNvSpPr>
          <p:nvPr>
            <p:ph sz="quarter" idx="13"/>
          </p:nvPr>
        </p:nvSpPr>
        <p:spPr/>
        <p:txBody>
          <a:bodyPr rtlCol="0">
            <a:normAutofit/>
          </a:bodyPr>
          <a:lstStyle/>
          <a:p>
            <a:pPr marL="0" indent="0">
              <a:buNone/>
            </a:pPr>
            <a:r>
              <a:rPr lang="fr-FR" b="1" dirty="0"/>
              <a:t>Résultats Globaux :</a:t>
            </a:r>
            <a:endParaRPr lang="fr-FR" dirty="0"/>
          </a:p>
          <a:p>
            <a:r>
              <a:rPr lang="fr-FR" b="1" dirty="0"/>
              <a:t>Taux de recommandation (Q11) :</a:t>
            </a:r>
            <a:r>
              <a:rPr lang="fr-FR" dirty="0"/>
              <a:t> 70,5% des clients recommandent </a:t>
            </a:r>
            <a:r>
              <a:rPr lang="fr-FR" dirty="0" err="1"/>
              <a:t>BestMarket</a:t>
            </a:r>
            <a:r>
              <a:rPr lang="fr-FR" dirty="0"/>
              <a:t>.</a:t>
            </a:r>
          </a:p>
          <a:p>
            <a:r>
              <a:rPr lang="fr-FR" b="1" dirty="0"/>
              <a:t>Net </a:t>
            </a:r>
            <a:r>
              <a:rPr lang="fr-FR" b="1" dirty="0" err="1"/>
              <a:t>Promoter</a:t>
            </a:r>
            <a:r>
              <a:rPr lang="fr-FR" b="1" dirty="0"/>
              <a:t> Score (NPS) (Q14) :</a:t>
            </a:r>
            <a:r>
              <a:rPr lang="fr-FR" dirty="0"/>
              <a:t> </a:t>
            </a:r>
            <a:r>
              <a:rPr lang="fr-FR" b="1" dirty="0"/>
              <a:t>30,97</a:t>
            </a:r>
            <a:endParaRPr lang="fr-FR" dirty="0"/>
          </a:p>
          <a:p>
            <a:pPr lvl="1"/>
            <a:r>
              <a:rPr lang="fr-FR" i="1" dirty="0"/>
              <a:t>Détail :</a:t>
            </a:r>
            <a:r>
              <a:rPr lang="fr-FR" dirty="0"/>
              <a:t> Un score positif (&gt;0) indique une base de clients majoritairement satisfaite.</a:t>
            </a:r>
          </a:p>
          <a:p>
            <a:pPr marL="0" indent="0">
              <a:buNone/>
            </a:pPr>
            <a:r>
              <a:rPr lang="fr-FR" b="1" dirty="0"/>
              <a:t>Zoom Technique (</a:t>
            </a:r>
            <a:r>
              <a:rPr lang="fr-FR" b="1" dirty="0" err="1"/>
              <a:t>Requete</a:t>
            </a:r>
            <a:r>
              <a:rPr lang="fr-FR" b="1" dirty="0"/>
              <a:t> SQL NPS) :</a:t>
            </a:r>
          </a:p>
          <a:p>
            <a:r>
              <a:rPr lang="fr-FR" dirty="0"/>
              <a:t>On utilise une astuce avec CASE WHEN (Si... Alors...) pour compter les gens dans chaque catégorie à la volée. </a:t>
            </a:r>
          </a:p>
          <a:p>
            <a:r>
              <a:rPr lang="fr-FR" dirty="0"/>
              <a:t>THEN 1.0 pour division avec virgules</a:t>
            </a:r>
          </a:p>
        </p:txBody>
      </p:sp>
      <p:sp>
        <p:nvSpPr>
          <p:cNvPr id="2" name="Espace réservé du texte 1">
            <a:extLst>
              <a:ext uri="{FF2B5EF4-FFF2-40B4-BE49-F238E27FC236}">
                <a16:creationId xmlns:a16="http://schemas.microsoft.com/office/drawing/2014/main" id="{728082F2-29C6-B41F-DB23-8FC9DAE286DE}"/>
              </a:ext>
            </a:extLst>
          </p:cNvPr>
          <p:cNvSpPr>
            <a:spLocks noGrp="1"/>
          </p:cNvSpPr>
          <p:nvPr>
            <p:ph type="body" sz="quarter" idx="16"/>
          </p:nvPr>
        </p:nvSpPr>
        <p:spPr/>
        <p:txBody>
          <a:bodyPr rtlCol="0"/>
          <a:lstStyle/>
          <a:p>
            <a:pPr rtl="0"/>
            <a:endParaRPr lang="fr-FR" dirty="0"/>
          </a:p>
        </p:txBody>
      </p:sp>
      <p:sp>
        <p:nvSpPr>
          <p:cNvPr id="3" name="Espace réservé du numéro de diapositive 2">
            <a:extLst>
              <a:ext uri="{FF2B5EF4-FFF2-40B4-BE49-F238E27FC236}">
                <a16:creationId xmlns:a16="http://schemas.microsoft.com/office/drawing/2014/main" id="{BDA1EC53-0716-B84D-58F0-D82F8169B64D}"/>
              </a:ext>
            </a:extLst>
          </p:cNvPr>
          <p:cNvSpPr>
            <a:spLocks noGrp="1"/>
          </p:cNvSpPr>
          <p:nvPr>
            <p:ph type="sldNum" sz="quarter" idx="4"/>
          </p:nvPr>
        </p:nvSpPr>
        <p:spPr/>
        <p:txBody>
          <a:bodyPr rtlCol="0"/>
          <a:lstStyle/>
          <a:p>
            <a:pPr rtl="0"/>
            <a:fld id="{4FAB73BC-B049-4115-A692-8D63A059BFB8}" type="slidenum">
              <a:rPr lang="fr-FR" smtClean="0"/>
              <a:pPr rtl="0"/>
              <a:t>6</a:t>
            </a:fld>
            <a:endParaRPr lang="fr-FR"/>
          </a:p>
        </p:txBody>
      </p:sp>
      <p:sp>
        <p:nvSpPr>
          <p:cNvPr id="18" name="Espace réservé du texte 119">
            <a:extLst>
              <a:ext uri="{FF2B5EF4-FFF2-40B4-BE49-F238E27FC236}">
                <a16:creationId xmlns:a16="http://schemas.microsoft.com/office/drawing/2014/main" id="{841B4F50-8576-FBC8-C4C8-228905166D75}"/>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rtl="0"/>
            <a:endParaRPr lang="fr-FR"/>
          </a:p>
        </p:txBody>
      </p:sp>
      <p:pic>
        <p:nvPicPr>
          <p:cNvPr id="10" name="Espace réservé d’image 5">
            <a:extLst>
              <a:ext uri="{FF2B5EF4-FFF2-40B4-BE49-F238E27FC236}">
                <a16:creationId xmlns:a16="http://schemas.microsoft.com/office/drawing/2014/main" id="{62C24A48-540E-6F50-F6C0-75CECD55F170}"/>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979601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FCF561-2ACF-0911-9066-AC0A6AD91A9F}"/>
              </a:ext>
            </a:extLst>
          </p:cNvPr>
          <p:cNvSpPr>
            <a:spLocks noGrp="1"/>
          </p:cNvSpPr>
          <p:nvPr>
            <p:ph type="title"/>
          </p:nvPr>
        </p:nvSpPr>
        <p:spPr/>
        <p:txBody>
          <a:bodyPr/>
          <a:lstStyle/>
          <a:p>
            <a:r>
              <a:rPr lang="fr-FR" dirty="0"/>
              <a:t>Indicateurs Clés de Fidélité (KPIs)</a:t>
            </a:r>
          </a:p>
        </p:txBody>
      </p:sp>
      <p:sp>
        <p:nvSpPr>
          <p:cNvPr id="3" name="Espace réservé du contenu 2">
            <a:extLst>
              <a:ext uri="{FF2B5EF4-FFF2-40B4-BE49-F238E27FC236}">
                <a16:creationId xmlns:a16="http://schemas.microsoft.com/office/drawing/2014/main" id="{7FAF2394-697A-7CA7-4889-721F8B06868A}"/>
              </a:ext>
            </a:extLst>
          </p:cNvPr>
          <p:cNvSpPr>
            <a:spLocks noGrp="1"/>
          </p:cNvSpPr>
          <p:nvPr>
            <p:ph sz="quarter" idx="13"/>
          </p:nvPr>
        </p:nvSpPr>
        <p:spPr/>
        <p:txBody>
          <a:bodyPr>
            <a:normAutofit fontScale="55000" lnSpcReduction="20000"/>
          </a:bodyPr>
          <a:lstStyle/>
          <a:p>
            <a:r>
              <a:rPr lang="de-DE" b="1" dirty="0"/>
              <a:t>Q11.</a:t>
            </a:r>
            <a:r>
              <a:rPr lang="fr-FR" b="1" dirty="0"/>
              <a:t> Pourcentage de recommandations clients</a:t>
            </a:r>
            <a:endParaRPr lang="de-DE" dirty="0"/>
          </a:p>
          <a:p>
            <a:r>
              <a:rPr lang="de-DE" dirty="0"/>
              <a:t>SELECT </a:t>
            </a:r>
            <a:endParaRPr lang="fr-FR" dirty="0"/>
          </a:p>
          <a:p>
            <a:r>
              <a:rPr lang="de-DE" dirty="0"/>
              <a:t>    ROUND( (SUM(CASE WHEN </a:t>
            </a:r>
            <a:r>
              <a:rPr lang="de-DE" dirty="0" err="1"/>
              <a:t>recommandation</a:t>
            </a:r>
            <a:r>
              <a:rPr lang="de-DE" dirty="0"/>
              <a:t> = '1' THEN 1.0 ELSE 0 END) / COUNT(*)) * 100 , 2) </a:t>
            </a:r>
            <a:r>
              <a:rPr lang="de-DE" dirty="0" err="1"/>
              <a:t>as</a:t>
            </a:r>
            <a:r>
              <a:rPr lang="de-DE" dirty="0"/>
              <a:t> </a:t>
            </a:r>
            <a:r>
              <a:rPr lang="de-DE" dirty="0" err="1"/>
              <a:t>taux_recommandation</a:t>
            </a:r>
            <a:endParaRPr lang="fr-FR" dirty="0"/>
          </a:p>
          <a:p>
            <a:r>
              <a:rPr lang="de-DE" dirty="0"/>
              <a:t>FROM </a:t>
            </a:r>
            <a:r>
              <a:rPr lang="de-DE" dirty="0" err="1"/>
              <a:t>retour_client</a:t>
            </a:r>
            <a:r>
              <a:rPr lang="de-DE" dirty="0"/>
              <a:t>;</a:t>
            </a:r>
            <a:endParaRPr lang="fr-FR" dirty="0"/>
          </a:p>
          <a:p>
            <a:r>
              <a:rPr lang="de-DE" b="1" dirty="0"/>
              <a:t>Q14. NPS</a:t>
            </a:r>
            <a:endParaRPr lang="fr-FR" dirty="0"/>
          </a:p>
          <a:p>
            <a:r>
              <a:rPr lang="de-DE" dirty="0"/>
              <a:t>SELECT</a:t>
            </a:r>
            <a:endParaRPr lang="fr-FR" dirty="0"/>
          </a:p>
          <a:p>
            <a:r>
              <a:rPr lang="de-DE" dirty="0"/>
              <a:t>    -- On </a:t>
            </a:r>
            <a:r>
              <a:rPr lang="de-DE" dirty="0" err="1"/>
              <a:t>compte</a:t>
            </a:r>
            <a:r>
              <a:rPr lang="de-DE" dirty="0"/>
              <a:t> </a:t>
            </a:r>
            <a:r>
              <a:rPr lang="de-DE" dirty="0" err="1"/>
              <a:t>les</a:t>
            </a:r>
            <a:r>
              <a:rPr lang="de-DE" dirty="0"/>
              <a:t> </a:t>
            </a:r>
            <a:r>
              <a:rPr lang="de-DE" dirty="0" err="1"/>
              <a:t>Promoteurs</a:t>
            </a:r>
            <a:r>
              <a:rPr lang="de-DE" dirty="0"/>
              <a:t> (</a:t>
            </a:r>
            <a:r>
              <a:rPr lang="de-DE" dirty="0" err="1"/>
              <a:t>note</a:t>
            </a:r>
            <a:r>
              <a:rPr lang="de-DE" dirty="0"/>
              <a:t> 9 </a:t>
            </a:r>
            <a:r>
              <a:rPr lang="de-DE" dirty="0" err="1"/>
              <a:t>ou</a:t>
            </a:r>
            <a:r>
              <a:rPr lang="de-DE" dirty="0"/>
              <a:t> 10)    SUM(CASE WHEN </a:t>
            </a:r>
            <a:r>
              <a:rPr lang="de-DE" dirty="0" err="1"/>
              <a:t>note</a:t>
            </a:r>
            <a:r>
              <a:rPr lang="de-DE" dirty="0"/>
              <a:t> &gt;= 9 THEN 1 ELSE 0 END) </a:t>
            </a:r>
            <a:r>
              <a:rPr lang="de-DE" dirty="0" err="1"/>
              <a:t>as</a:t>
            </a:r>
            <a:r>
              <a:rPr lang="de-DE" dirty="0"/>
              <a:t> </a:t>
            </a:r>
            <a:r>
              <a:rPr lang="de-DE" dirty="0" err="1"/>
              <a:t>nb_promoteurs</a:t>
            </a:r>
            <a:r>
              <a:rPr lang="de-DE" dirty="0"/>
              <a:t>,</a:t>
            </a:r>
            <a:endParaRPr lang="fr-FR" dirty="0"/>
          </a:p>
          <a:p>
            <a:r>
              <a:rPr lang="de-DE" dirty="0"/>
              <a:t>     -- On </a:t>
            </a:r>
            <a:r>
              <a:rPr lang="de-DE" dirty="0" err="1"/>
              <a:t>compte</a:t>
            </a:r>
            <a:r>
              <a:rPr lang="de-DE" dirty="0"/>
              <a:t> </a:t>
            </a:r>
            <a:r>
              <a:rPr lang="de-DE" dirty="0" err="1"/>
              <a:t>les</a:t>
            </a:r>
            <a:r>
              <a:rPr lang="de-DE" dirty="0"/>
              <a:t> </a:t>
            </a:r>
            <a:r>
              <a:rPr lang="de-DE" dirty="0" err="1"/>
              <a:t>Détracteurs</a:t>
            </a:r>
            <a:r>
              <a:rPr lang="de-DE" dirty="0"/>
              <a:t> (</a:t>
            </a:r>
            <a:r>
              <a:rPr lang="de-DE" dirty="0" err="1"/>
              <a:t>note</a:t>
            </a:r>
            <a:r>
              <a:rPr lang="de-DE" dirty="0"/>
              <a:t> 0 à 6)   SUM(CASE WHEN </a:t>
            </a:r>
            <a:r>
              <a:rPr lang="de-DE" dirty="0" err="1"/>
              <a:t>note</a:t>
            </a:r>
            <a:r>
              <a:rPr lang="de-DE" dirty="0"/>
              <a:t> &lt;= 6 THEN 1 ELSE 0 END) </a:t>
            </a:r>
            <a:r>
              <a:rPr lang="de-DE" dirty="0" err="1"/>
              <a:t>as</a:t>
            </a:r>
            <a:r>
              <a:rPr lang="de-DE" dirty="0"/>
              <a:t> </a:t>
            </a:r>
            <a:r>
              <a:rPr lang="de-DE" dirty="0" err="1"/>
              <a:t>nb_detracteurs</a:t>
            </a:r>
            <a:r>
              <a:rPr lang="de-DE" dirty="0"/>
              <a:t>,</a:t>
            </a:r>
            <a:endParaRPr lang="fr-FR" dirty="0"/>
          </a:p>
          <a:p>
            <a:r>
              <a:rPr lang="de-DE" dirty="0"/>
              <a:t>        -- On </a:t>
            </a:r>
            <a:r>
              <a:rPr lang="de-DE" dirty="0" err="1"/>
              <a:t>compte</a:t>
            </a:r>
            <a:r>
              <a:rPr lang="de-DE" dirty="0"/>
              <a:t> le total  COUNT(*) </a:t>
            </a:r>
            <a:r>
              <a:rPr lang="de-DE" dirty="0" err="1"/>
              <a:t>as</a:t>
            </a:r>
            <a:r>
              <a:rPr lang="de-DE" dirty="0"/>
              <a:t> </a:t>
            </a:r>
            <a:r>
              <a:rPr lang="de-DE" dirty="0" err="1"/>
              <a:t>total_reponses</a:t>
            </a:r>
            <a:r>
              <a:rPr lang="de-DE" dirty="0"/>
              <a:t>,</a:t>
            </a:r>
            <a:endParaRPr lang="fr-FR" dirty="0"/>
          </a:p>
          <a:p>
            <a:r>
              <a:rPr lang="de-DE" dirty="0"/>
              <a:t>       -- Le </a:t>
            </a:r>
            <a:r>
              <a:rPr lang="de-DE" dirty="0" err="1"/>
              <a:t>calcul</a:t>
            </a:r>
            <a:r>
              <a:rPr lang="de-DE" dirty="0"/>
              <a:t> du NPS : ((</a:t>
            </a:r>
            <a:r>
              <a:rPr lang="de-DE" dirty="0" err="1"/>
              <a:t>Promoteurs</a:t>
            </a:r>
            <a:r>
              <a:rPr lang="de-DE" dirty="0"/>
              <a:t> - </a:t>
            </a:r>
            <a:r>
              <a:rPr lang="de-DE" dirty="0" err="1"/>
              <a:t>Détracteurs</a:t>
            </a:r>
            <a:r>
              <a:rPr lang="de-DE" dirty="0"/>
              <a:t>) / Total) * 100</a:t>
            </a:r>
            <a:endParaRPr lang="fr-FR" dirty="0"/>
          </a:p>
          <a:p>
            <a:r>
              <a:rPr lang="de-DE" dirty="0"/>
              <a:t>     ROUND(   (SUM(CASE WHEN </a:t>
            </a:r>
            <a:r>
              <a:rPr lang="de-DE" dirty="0" err="1"/>
              <a:t>note</a:t>
            </a:r>
            <a:r>
              <a:rPr lang="de-DE" dirty="0"/>
              <a:t> &gt;= 9 THEN 1.0 ELSE 0 END) - SUM(CASE WHEN </a:t>
            </a:r>
            <a:r>
              <a:rPr lang="de-DE" dirty="0" err="1"/>
              <a:t>note</a:t>
            </a:r>
            <a:r>
              <a:rPr lang="de-DE" dirty="0"/>
              <a:t> &lt;= 6 THEN 1.0 ELSE 0 END))     / COUNT(*) * 100 , 2) </a:t>
            </a:r>
            <a:r>
              <a:rPr lang="de-DE" dirty="0" err="1"/>
              <a:t>as</a:t>
            </a:r>
            <a:r>
              <a:rPr lang="de-DE" dirty="0"/>
              <a:t> </a:t>
            </a:r>
            <a:r>
              <a:rPr lang="de-DE" dirty="0" err="1"/>
              <a:t>score_nps</a:t>
            </a:r>
            <a:endParaRPr lang="fr-FR" dirty="0"/>
          </a:p>
          <a:p>
            <a:r>
              <a:rPr lang="de-DE" dirty="0"/>
              <a:t>FROM </a:t>
            </a:r>
            <a:r>
              <a:rPr lang="de-DE" dirty="0" err="1"/>
              <a:t>retour_client</a:t>
            </a:r>
            <a:r>
              <a:rPr lang="de-DE" dirty="0"/>
              <a:t>;</a:t>
            </a:r>
            <a:endParaRPr lang="fr-FR" dirty="0"/>
          </a:p>
          <a:p>
            <a:endParaRPr lang="fr-FR" dirty="0"/>
          </a:p>
        </p:txBody>
      </p:sp>
      <p:sp>
        <p:nvSpPr>
          <p:cNvPr id="4" name="Espace réservé pour une image  3">
            <a:extLst>
              <a:ext uri="{FF2B5EF4-FFF2-40B4-BE49-F238E27FC236}">
                <a16:creationId xmlns:a16="http://schemas.microsoft.com/office/drawing/2014/main" id="{4528FCE6-5EFF-C4D3-8079-B27BA48051B9}"/>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486FF475-1980-4BBD-4B7B-8396A5E56BBF}"/>
              </a:ext>
            </a:extLst>
          </p:cNvPr>
          <p:cNvSpPr>
            <a:spLocks noGrp="1"/>
          </p:cNvSpPr>
          <p:nvPr>
            <p:ph type="body" sz="quarter" idx="16"/>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398CC232-39AB-A54A-BEC5-F8A6B6C7B51B}"/>
              </a:ext>
            </a:extLst>
          </p:cNvPr>
          <p:cNvSpPr>
            <a:spLocks noGrp="1"/>
          </p:cNvSpPr>
          <p:nvPr>
            <p:ph type="sldNum" sz="quarter" idx="4"/>
          </p:nvPr>
        </p:nvSpPr>
        <p:spPr/>
        <p:txBody>
          <a:bodyPr/>
          <a:lstStyle/>
          <a:p>
            <a:pPr rtl="0"/>
            <a:fld id="{4FAB73BC-B049-4115-A692-8D63A059BFB8}" type="slidenum">
              <a:rPr lang="fr-FR" noProof="0" smtClean="0"/>
              <a:pPr rtl="0"/>
              <a:t>7</a:t>
            </a:fld>
            <a:endParaRPr lang="fr-FR" noProof="0"/>
          </a:p>
        </p:txBody>
      </p:sp>
      <p:pic>
        <p:nvPicPr>
          <p:cNvPr id="7" name="Image 6">
            <a:extLst>
              <a:ext uri="{FF2B5EF4-FFF2-40B4-BE49-F238E27FC236}">
                <a16:creationId xmlns:a16="http://schemas.microsoft.com/office/drawing/2014/main" id="{DC5F9EA1-AA0B-589C-64E2-7930D4A96B36}"/>
              </a:ext>
            </a:extLst>
          </p:cNvPr>
          <p:cNvPicPr>
            <a:picLocks noChangeAspect="1"/>
          </p:cNvPicPr>
          <p:nvPr/>
        </p:nvPicPr>
        <p:blipFill>
          <a:blip r:embed="rId2"/>
          <a:stretch>
            <a:fillRect/>
          </a:stretch>
        </p:blipFill>
        <p:spPr>
          <a:xfrm>
            <a:off x="9510902" y="2627790"/>
            <a:ext cx="1743075" cy="600075"/>
          </a:xfrm>
          <a:prstGeom prst="rect">
            <a:avLst/>
          </a:prstGeom>
        </p:spPr>
      </p:pic>
      <p:pic>
        <p:nvPicPr>
          <p:cNvPr id="8" name="Image 7">
            <a:extLst>
              <a:ext uri="{FF2B5EF4-FFF2-40B4-BE49-F238E27FC236}">
                <a16:creationId xmlns:a16="http://schemas.microsoft.com/office/drawing/2014/main" id="{FE73F151-F55A-6B92-4740-470FF47E32BB}"/>
              </a:ext>
            </a:extLst>
          </p:cNvPr>
          <p:cNvPicPr>
            <a:picLocks noChangeAspect="1"/>
          </p:cNvPicPr>
          <p:nvPr/>
        </p:nvPicPr>
        <p:blipFill rotWithShape="1">
          <a:blip r:embed="rId3">
            <a:extLst>
              <a:ext uri="{28A0092B-C50C-407E-A947-70E740481C1C}">
                <a14:useLocalDpi xmlns:a14="http://schemas.microsoft.com/office/drawing/2010/main" val="0"/>
              </a:ext>
            </a:extLst>
          </a:blip>
          <a:srcRect t="44187" r="65881" b="46179"/>
          <a:stretch>
            <a:fillRect/>
          </a:stretch>
        </p:blipFill>
        <p:spPr bwMode="auto">
          <a:xfrm>
            <a:off x="8687963" y="4148488"/>
            <a:ext cx="3388952" cy="100811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01985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5DFA06-8A66-D6C1-89FD-89CB2F4FE426}"/>
              </a:ext>
            </a:extLst>
          </p:cNvPr>
          <p:cNvSpPr>
            <a:spLocks noGrp="1"/>
          </p:cNvSpPr>
          <p:nvPr>
            <p:ph type="title"/>
          </p:nvPr>
        </p:nvSpPr>
        <p:spPr/>
        <p:txBody>
          <a:bodyPr/>
          <a:lstStyle/>
          <a:p>
            <a:r>
              <a:rPr lang="fr-FR" dirty="0"/>
              <a:t>Performance des Magasins (Géographie)</a:t>
            </a:r>
          </a:p>
        </p:txBody>
      </p:sp>
      <p:sp>
        <p:nvSpPr>
          <p:cNvPr id="3" name="Espace réservé du contenu 2">
            <a:extLst>
              <a:ext uri="{FF2B5EF4-FFF2-40B4-BE49-F238E27FC236}">
                <a16:creationId xmlns:a16="http://schemas.microsoft.com/office/drawing/2014/main" id="{E3C16C93-0251-72A9-9546-CCD4A0029375}"/>
              </a:ext>
            </a:extLst>
          </p:cNvPr>
          <p:cNvSpPr>
            <a:spLocks noGrp="1"/>
          </p:cNvSpPr>
          <p:nvPr>
            <p:ph sz="quarter" idx="13"/>
          </p:nvPr>
        </p:nvSpPr>
        <p:spPr>
          <a:xfrm>
            <a:off x="479376" y="2206752"/>
            <a:ext cx="10288693" cy="3660648"/>
          </a:xfrm>
        </p:spPr>
        <p:txBody>
          <a:bodyPr/>
          <a:lstStyle/>
          <a:p>
            <a:r>
              <a:rPr lang="fr-FR" b="1" dirty="0"/>
              <a:t>Analyses :</a:t>
            </a:r>
            <a:endParaRPr lang="fr-FR" dirty="0"/>
          </a:p>
          <a:p>
            <a:r>
              <a:rPr lang="fr-FR" b="1" dirty="0"/>
              <a:t>Top Performance (Q4/Q6) :</a:t>
            </a:r>
            <a:r>
              <a:rPr lang="fr-FR" dirty="0"/>
              <a:t> Le département 75 affiche la meilleure satisfaction.</a:t>
            </a:r>
          </a:p>
          <a:p>
            <a:r>
              <a:rPr lang="fr-FR" b="1" dirty="0"/>
              <a:t>Volume Drive (Q5) :</a:t>
            </a:r>
            <a:r>
              <a:rPr lang="fr-FR" dirty="0"/>
              <a:t> Les magasins de </a:t>
            </a:r>
            <a:r>
              <a:rPr lang="fr-FR" b="1" dirty="0"/>
              <a:t>[Eragny, Ivry et Paris 12]</a:t>
            </a:r>
            <a:r>
              <a:rPr lang="fr-FR" dirty="0"/>
              <a:t> gèrent un fort volume d'avis (&gt;12).</a:t>
            </a:r>
          </a:p>
          <a:p>
            <a:r>
              <a:rPr lang="fr-FR" b="1" dirty="0"/>
              <a:t>Identification des Magasins en difficulté (Q12) :</a:t>
            </a:r>
            <a:endParaRPr lang="fr-FR" dirty="0"/>
          </a:p>
          <a:p>
            <a:r>
              <a:rPr lang="fr-FR" i="1" dirty="0"/>
              <a:t>Méthodologie :</a:t>
            </a:r>
            <a:r>
              <a:rPr lang="fr-FR" dirty="0"/>
              <a:t> Utilisation d'une </a:t>
            </a:r>
            <a:r>
              <a:rPr lang="fr-FR" b="1" dirty="0"/>
              <a:t>sous-requête</a:t>
            </a:r>
            <a:r>
              <a:rPr lang="fr-FR" dirty="0"/>
              <a:t> pour comparer chaque magasin à la moyenne nationale dynamique.</a:t>
            </a:r>
          </a:p>
          <a:p>
            <a:r>
              <a:rPr lang="fr-FR" i="1" dirty="0"/>
              <a:t>Résultat :</a:t>
            </a:r>
            <a:r>
              <a:rPr lang="fr-FR" dirty="0"/>
              <a:t> 40 magasins sont en dessous de la moyenne nationale.</a:t>
            </a:r>
          </a:p>
          <a:p>
            <a:endParaRPr lang="fr-FR" dirty="0"/>
          </a:p>
        </p:txBody>
      </p:sp>
      <p:sp>
        <p:nvSpPr>
          <p:cNvPr id="4" name="Espace réservé pour une image  3">
            <a:extLst>
              <a:ext uri="{FF2B5EF4-FFF2-40B4-BE49-F238E27FC236}">
                <a16:creationId xmlns:a16="http://schemas.microsoft.com/office/drawing/2014/main" id="{61F4BE09-7F7C-1659-A4A5-AB88CA08203B}"/>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8AB30C62-B8F4-A865-A4F6-1D104969243C}"/>
              </a:ext>
            </a:extLst>
          </p:cNvPr>
          <p:cNvSpPr>
            <a:spLocks noGrp="1"/>
          </p:cNvSpPr>
          <p:nvPr>
            <p:ph type="body" sz="quarter" idx="16"/>
          </p:nvPr>
        </p:nvSpPr>
        <p:spPr/>
        <p:txBody>
          <a:bodyPr/>
          <a:lstStyle/>
          <a:p>
            <a:endParaRPr lang="fr-FR"/>
          </a:p>
        </p:txBody>
      </p:sp>
      <p:sp>
        <p:nvSpPr>
          <p:cNvPr id="6" name="Espace réservé du numéro de diapositive 5">
            <a:extLst>
              <a:ext uri="{FF2B5EF4-FFF2-40B4-BE49-F238E27FC236}">
                <a16:creationId xmlns:a16="http://schemas.microsoft.com/office/drawing/2014/main" id="{A4A43147-28E4-F320-5784-2799A3082E4A}"/>
              </a:ext>
            </a:extLst>
          </p:cNvPr>
          <p:cNvSpPr>
            <a:spLocks noGrp="1"/>
          </p:cNvSpPr>
          <p:nvPr>
            <p:ph type="sldNum" sz="quarter" idx="4"/>
          </p:nvPr>
        </p:nvSpPr>
        <p:spPr/>
        <p:txBody>
          <a:bodyPr/>
          <a:lstStyle/>
          <a:p>
            <a:pPr rtl="0"/>
            <a:fld id="{4FAB73BC-B049-4115-A692-8D63A059BFB8}" type="slidenum">
              <a:rPr lang="fr-FR" noProof="0" smtClean="0"/>
              <a:pPr rtl="0"/>
              <a:t>8</a:t>
            </a:fld>
            <a:endParaRPr lang="fr-FR" noProof="0"/>
          </a:p>
        </p:txBody>
      </p:sp>
    </p:spTree>
    <p:extLst>
      <p:ext uri="{BB962C8B-B14F-4D97-AF65-F5344CB8AC3E}">
        <p14:creationId xmlns:p14="http://schemas.microsoft.com/office/powerpoint/2010/main" val="1360632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6F83DD-AE46-8AD8-AE93-E6A30530203C}"/>
              </a:ext>
            </a:extLst>
          </p:cNvPr>
          <p:cNvSpPr>
            <a:spLocks noGrp="1"/>
          </p:cNvSpPr>
          <p:nvPr>
            <p:ph type="title"/>
          </p:nvPr>
        </p:nvSpPr>
        <p:spPr/>
        <p:txBody>
          <a:bodyPr/>
          <a:lstStyle/>
          <a:p>
            <a:r>
              <a:rPr lang="fr-FR" dirty="0"/>
              <a:t>Performance des Magasins : REQUETES</a:t>
            </a:r>
          </a:p>
        </p:txBody>
      </p:sp>
      <p:sp>
        <p:nvSpPr>
          <p:cNvPr id="3" name="Espace réservé du contenu 2">
            <a:extLst>
              <a:ext uri="{FF2B5EF4-FFF2-40B4-BE49-F238E27FC236}">
                <a16:creationId xmlns:a16="http://schemas.microsoft.com/office/drawing/2014/main" id="{1EBB3266-929E-3DB2-AED7-1FC420A4C903}"/>
              </a:ext>
            </a:extLst>
          </p:cNvPr>
          <p:cNvSpPr>
            <a:spLocks noGrp="1"/>
          </p:cNvSpPr>
          <p:nvPr>
            <p:ph sz="quarter" idx="13"/>
          </p:nvPr>
        </p:nvSpPr>
        <p:spPr>
          <a:xfrm>
            <a:off x="619687" y="2693561"/>
            <a:ext cx="10288693" cy="3660648"/>
          </a:xfrm>
        </p:spPr>
        <p:txBody>
          <a:bodyPr>
            <a:normAutofit/>
          </a:bodyPr>
          <a:lstStyle/>
          <a:p>
            <a:r>
              <a:rPr lang="fr-FR" b="1" dirty="0"/>
              <a:t>Q4. Top 5 des magasins (Meilleures notes)</a:t>
            </a:r>
            <a:endParaRPr lang="de-DE" b="1" dirty="0"/>
          </a:p>
          <a:p>
            <a:endParaRPr lang="fr-FR" dirty="0"/>
          </a:p>
        </p:txBody>
      </p:sp>
      <p:sp>
        <p:nvSpPr>
          <p:cNvPr id="4" name="Espace réservé pour une image  3">
            <a:extLst>
              <a:ext uri="{FF2B5EF4-FFF2-40B4-BE49-F238E27FC236}">
                <a16:creationId xmlns:a16="http://schemas.microsoft.com/office/drawing/2014/main" id="{D2E04388-7A7F-9B8B-6C5B-ECF2EA461BE6}"/>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396E5044-E025-7A89-7DB9-8F73D76967FE}"/>
              </a:ext>
            </a:extLst>
          </p:cNvPr>
          <p:cNvSpPr>
            <a:spLocks noGrp="1"/>
          </p:cNvSpPr>
          <p:nvPr>
            <p:ph type="body" sz="quarter" idx="16"/>
          </p:nvPr>
        </p:nvSpPr>
        <p:spPr/>
        <p:txBody>
          <a:bodyPr/>
          <a:lstStyle/>
          <a:p>
            <a:endParaRPr lang="fr-FR"/>
          </a:p>
        </p:txBody>
      </p:sp>
      <p:sp>
        <p:nvSpPr>
          <p:cNvPr id="6" name="Espace réservé du numéro de diapositive 5">
            <a:extLst>
              <a:ext uri="{FF2B5EF4-FFF2-40B4-BE49-F238E27FC236}">
                <a16:creationId xmlns:a16="http://schemas.microsoft.com/office/drawing/2014/main" id="{C044B4A2-2B58-EFF9-C748-53C8848718E1}"/>
              </a:ext>
            </a:extLst>
          </p:cNvPr>
          <p:cNvSpPr>
            <a:spLocks noGrp="1"/>
          </p:cNvSpPr>
          <p:nvPr>
            <p:ph type="sldNum" sz="quarter" idx="4"/>
          </p:nvPr>
        </p:nvSpPr>
        <p:spPr/>
        <p:txBody>
          <a:bodyPr/>
          <a:lstStyle/>
          <a:p>
            <a:pPr rtl="0"/>
            <a:fld id="{4FAB73BC-B049-4115-A692-8D63A059BFB8}" type="slidenum">
              <a:rPr lang="fr-FR" noProof="0" smtClean="0"/>
              <a:pPr rtl="0"/>
              <a:t>9</a:t>
            </a:fld>
            <a:endParaRPr lang="fr-FR" noProof="0"/>
          </a:p>
        </p:txBody>
      </p:sp>
      <p:pic>
        <p:nvPicPr>
          <p:cNvPr id="7" name="Image 6">
            <a:extLst>
              <a:ext uri="{FF2B5EF4-FFF2-40B4-BE49-F238E27FC236}">
                <a16:creationId xmlns:a16="http://schemas.microsoft.com/office/drawing/2014/main" id="{7B24E94A-1BB6-EA36-E4A5-0C12C26C3345}"/>
              </a:ext>
            </a:extLst>
          </p:cNvPr>
          <p:cNvPicPr>
            <a:picLocks noChangeAspect="1"/>
          </p:cNvPicPr>
          <p:nvPr/>
        </p:nvPicPr>
        <p:blipFill>
          <a:blip r:embed="rId2"/>
          <a:stretch>
            <a:fillRect/>
          </a:stretch>
        </p:blipFill>
        <p:spPr>
          <a:xfrm>
            <a:off x="628788" y="3360529"/>
            <a:ext cx="3790950" cy="1485900"/>
          </a:xfrm>
          <a:prstGeom prst="rect">
            <a:avLst/>
          </a:prstGeom>
        </p:spPr>
      </p:pic>
      <p:sp>
        <p:nvSpPr>
          <p:cNvPr id="11" name="Espace réservé du contenu 10">
            <a:extLst>
              <a:ext uri="{FF2B5EF4-FFF2-40B4-BE49-F238E27FC236}">
                <a16:creationId xmlns:a16="http://schemas.microsoft.com/office/drawing/2014/main" id="{E8A8EBDB-823E-6D49-D532-014342A28B77}"/>
              </a:ext>
            </a:extLst>
          </p:cNvPr>
          <p:cNvSpPr txBox="1">
            <a:spLocks/>
          </p:cNvSpPr>
          <p:nvPr/>
        </p:nvSpPr>
        <p:spPr>
          <a:xfrm>
            <a:off x="5692985" y="2232958"/>
            <a:ext cx="10288693" cy="36606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fr-FR" dirty="0"/>
          </a:p>
          <a:p>
            <a:r>
              <a:rPr lang="fr-FR" b="1" dirty="0"/>
              <a:t>Q12. Les magasins en difficulté</a:t>
            </a:r>
          </a:p>
          <a:p>
            <a:endParaRPr lang="fr-FR" dirty="0"/>
          </a:p>
        </p:txBody>
      </p:sp>
      <p:pic>
        <p:nvPicPr>
          <p:cNvPr id="12" name="Image 11">
            <a:extLst>
              <a:ext uri="{FF2B5EF4-FFF2-40B4-BE49-F238E27FC236}">
                <a16:creationId xmlns:a16="http://schemas.microsoft.com/office/drawing/2014/main" id="{81253D23-4EDB-F3E1-0A0C-459263CBA4DE}"/>
              </a:ext>
            </a:extLst>
          </p:cNvPr>
          <p:cNvPicPr>
            <a:picLocks noChangeAspect="1"/>
          </p:cNvPicPr>
          <p:nvPr/>
        </p:nvPicPr>
        <p:blipFill>
          <a:blip r:embed="rId3"/>
          <a:stretch>
            <a:fillRect/>
          </a:stretch>
        </p:blipFill>
        <p:spPr>
          <a:xfrm>
            <a:off x="5764033" y="3140968"/>
            <a:ext cx="5325110" cy="2209800"/>
          </a:xfrm>
          <a:prstGeom prst="rect">
            <a:avLst/>
          </a:prstGeom>
        </p:spPr>
      </p:pic>
    </p:spTree>
    <p:extLst>
      <p:ext uri="{BB962C8B-B14F-4D97-AF65-F5344CB8AC3E}">
        <p14:creationId xmlns:p14="http://schemas.microsoft.com/office/powerpoint/2010/main" val="489457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26508A-C098-9EC8-F99B-E10E0897C46E}"/>
              </a:ext>
            </a:extLst>
          </p:cNvPr>
          <p:cNvSpPr>
            <a:spLocks noGrp="1"/>
          </p:cNvSpPr>
          <p:nvPr>
            <p:ph type="title"/>
          </p:nvPr>
        </p:nvSpPr>
        <p:spPr/>
        <p:txBody>
          <a:bodyPr/>
          <a:lstStyle/>
          <a:p>
            <a:r>
              <a:rPr lang="fr-FR" dirty="0"/>
              <a:t>Performance des Magasins : REQUETES</a:t>
            </a:r>
          </a:p>
        </p:txBody>
      </p:sp>
      <p:sp>
        <p:nvSpPr>
          <p:cNvPr id="3" name="Espace réservé du contenu 2">
            <a:extLst>
              <a:ext uri="{FF2B5EF4-FFF2-40B4-BE49-F238E27FC236}">
                <a16:creationId xmlns:a16="http://schemas.microsoft.com/office/drawing/2014/main" id="{7E32FB15-A27E-7BC4-9EB9-87BC3C6ADC2A}"/>
              </a:ext>
            </a:extLst>
          </p:cNvPr>
          <p:cNvSpPr>
            <a:spLocks noGrp="1"/>
          </p:cNvSpPr>
          <p:nvPr>
            <p:ph sz="quarter" idx="13"/>
          </p:nvPr>
        </p:nvSpPr>
        <p:spPr>
          <a:xfrm>
            <a:off x="119336" y="2266052"/>
            <a:ext cx="10288693" cy="3660648"/>
          </a:xfrm>
        </p:spPr>
        <p:txBody>
          <a:bodyPr>
            <a:normAutofit/>
          </a:bodyPr>
          <a:lstStyle/>
          <a:p>
            <a:r>
              <a:rPr lang="fr-FR" b="1" dirty="0"/>
              <a:t>Q5. Magasins avec plus de 12 feedbacks sur le Drive</a:t>
            </a:r>
            <a:endParaRPr lang="fr-FR" dirty="0"/>
          </a:p>
          <a:p>
            <a:endParaRPr lang="fr-FR" dirty="0"/>
          </a:p>
        </p:txBody>
      </p:sp>
      <p:sp>
        <p:nvSpPr>
          <p:cNvPr id="4" name="Espace réservé pour une image  3">
            <a:extLst>
              <a:ext uri="{FF2B5EF4-FFF2-40B4-BE49-F238E27FC236}">
                <a16:creationId xmlns:a16="http://schemas.microsoft.com/office/drawing/2014/main" id="{D4309A30-01B7-CF8D-0700-22442FD3178E}"/>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C7F9A60E-69C5-E674-6845-C0C0EE5E334D}"/>
              </a:ext>
            </a:extLst>
          </p:cNvPr>
          <p:cNvSpPr>
            <a:spLocks noGrp="1"/>
          </p:cNvSpPr>
          <p:nvPr>
            <p:ph type="body" sz="quarter" idx="16"/>
          </p:nvPr>
        </p:nvSpPr>
        <p:spPr/>
        <p:txBody>
          <a:bodyPr/>
          <a:lstStyle/>
          <a:p>
            <a:endParaRPr lang="fr-FR"/>
          </a:p>
        </p:txBody>
      </p:sp>
      <p:sp>
        <p:nvSpPr>
          <p:cNvPr id="6" name="Espace réservé du numéro de diapositive 5">
            <a:extLst>
              <a:ext uri="{FF2B5EF4-FFF2-40B4-BE49-F238E27FC236}">
                <a16:creationId xmlns:a16="http://schemas.microsoft.com/office/drawing/2014/main" id="{DF568400-F478-307B-5380-776D5E226BFE}"/>
              </a:ext>
            </a:extLst>
          </p:cNvPr>
          <p:cNvSpPr>
            <a:spLocks noGrp="1"/>
          </p:cNvSpPr>
          <p:nvPr>
            <p:ph type="sldNum" sz="quarter" idx="4"/>
          </p:nvPr>
        </p:nvSpPr>
        <p:spPr/>
        <p:txBody>
          <a:bodyPr/>
          <a:lstStyle/>
          <a:p>
            <a:pPr rtl="0"/>
            <a:fld id="{4FAB73BC-B049-4115-A692-8D63A059BFB8}" type="slidenum">
              <a:rPr lang="fr-FR" noProof="0" smtClean="0"/>
              <a:pPr rtl="0"/>
              <a:t>10</a:t>
            </a:fld>
            <a:endParaRPr lang="fr-FR" noProof="0"/>
          </a:p>
        </p:txBody>
      </p:sp>
      <p:pic>
        <p:nvPicPr>
          <p:cNvPr id="7" name="Image 6">
            <a:extLst>
              <a:ext uri="{FF2B5EF4-FFF2-40B4-BE49-F238E27FC236}">
                <a16:creationId xmlns:a16="http://schemas.microsoft.com/office/drawing/2014/main" id="{636C1944-B2BA-26CD-6101-94ACB7E9FC90}"/>
              </a:ext>
            </a:extLst>
          </p:cNvPr>
          <p:cNvPicPr>
            <a:picLocks noChangeAspect="1"/>
          </p:cNvPicPr>
          <p:nvPr/>
        </p:nvPicPr>
        <p:blipFill>
          <a:blip r:embed="rId2"/>
          <a:stretch>
            <a:fillRect/>
          </a:stretch>
        </p:blipFill>
        <p:spPr>
          <a:xfrm>
            <a:off x="716688" y="3139489"/>
            <a:ext cx="3933825" cy="1238250"/>
          </a:xfrm>
          <a:prstGeom prst="rect">
            <a:avLst/>
          </a:prstGeom>
        </p:spPr>
      </p:pic>
      <p:sp>
        <p:nvSpPr>
          <p:cNvPr id="8" name="Espace réservé du contenu 2">
            <a:extLst>
              <a:ext uri="{FF2B5EF4-FFF2-40B4-BE49-F238E27FC236}">
                <a16:creationId xmlns:a16="http://schemas.microsoft.com/office/drawing/2014/main" id="{6314CF23-8797-9BDB-EAB8-E500E02E7014}"/>
              </a:ext>
            </a:extLst>
          </p:cNvPr>
          <p:cNvSpPr txBox="1">
            <a:spLocks/>
          </p:cNvSpPr>
          <p:nvPr/>
        </p:nvSpPr>
        <p:spPr>
          <a:xfrm>
            <a:off x="6928317" y="2266052"/>
            <a:ext cx="10288693" cy="36606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Arial" panose="020B0604020202020204" pitchFamily="34" charset="0"/>
              <a:buNone/>
            </a:pPr>
            <a:r>
              <a:rPr lang="fr-FR" sz="1600" b="1" dirty="0"/>
              <a:t>Q6. Classement des départements par note moyenne</a:t>
            </a:r>
            <a:endParaRPr lang="fr-FR" sz="1600" dirty="0"/>
          </a:p>
          <a:p>
            <a:endParaRPr lang="fr-FR" dirty="0"/>
          </a:p>
        </p:txBody>
      </p:sp>
      <p:pic>
        <p:nvPicPr>
          <p:cNvPr id="9" name="Image 8">
            <a:extLst>
              <a:ext uri="{FF2B5EF4-FFF2-40B4-BE49-F238E27FC236}">
                <a16:creationId xmlns:a16="http://schemas.microsoft.com/office/drawing/2014/main" id="{53CA8B53-2B5E-E538-12F0-5F474B514E88}"/>
              </a:ext>
            </a:extLst>
          </p:cNvPr>
          <p:cNvPicPr>
            <a:picLocks noChangeAspect="1"/>
          </p:cNvPicPr>
          <p:nvPr/>
        </p:nvPicPr>
        <p:blipFill rotWithShape="1">
          <a:blip r:embed="rId3">
            <a:extLst>
              <a:ext uri="{28A0092B-C50C-407E-A947-70E740481C1C}">
                <a14:useLocalDpi xmlns:a14="http://schemas.microsoft.com/office/drawing/2010/main" val="0"/>
              </a:ext>
            </a:extLst>
          </a:blip>
          <a:srcRect l="-588" t="49902" r="69765" b="25246"/>
          <a:stretch>
            <a:fillRect/>
          </a:stretch>
        </p:blipFill>
        <p:spPr bwMode="auto">
          <a:xfrm>
            <a:off x="8095639" y="2668698"/>
            <a:ext cx="2312390" cy="273080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57805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07BCC-5974-994D-7230-D122D00512A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B654AC-7C2C-A88F-3884-0C93578F0598}"/>
              </a:ext>
            </a:extLst>
          </p:cNvPr>
          <p:cNvSpPr>
            <a:spLocks noGrp="1"/>
          </p:cNvSpPr>
          <p:nvPr>
            <p:ph type="title"/>
          </p:nvPr>
        </p:nvSpPr>
        <p:spPr/>
        <p:txBody>
          <a:bodyPr/>
          <a:lstStyle/>
          <a:p>
            <a:r>
              <a:rPr lang="fr-FR" dirty="0"/>
              <a:t>Analyse Produits &amp; Saisonnalité</a:t>
            </a:r>
          </a:p>
        </p:txBody>
      </p:sp>
      <p:sp>
        <p:nvSpPr>
          <p:cNvPr id="3" name="Espace réservé du contenu 2">
            <a:extLst>
              <a:ext uri="{FF2B5EF4-FFF2-40B4-BE49-F238E27FC236}">
                <a16:creationId xmlns:a16="http://schemas.microsoft.com/office/drawing/2014/main" id="{788D1226-8D9D-9F96-861C-956C16423EBB}"/>
              </a:ext>
            </a:extLst>
          </p:cNvPr>
          <p:cNvSpPr>
            <a:spLocks noGrp="1"/>
          </p:cNvSpPr>
          <p:nvPr>
            <p:ph sz="quarter" idx="13"/>
          </p:nvPr>
        </p:nvSpPr>
        <p:spPr>
          <a:xfrm>
            <a:off x="479376" y="2206752"/>
            <a:ext cx="10288693" cy="3660648"/>
          </a:xfrm>
        </p:spPr>
        <p:txBody>
          <a:bodyPr/>
          <a:lstStyle/>
          <a:p>
            <a:r>
              <a:rPr lang="fr-FR" b="1" dirty="0"/>
              <a:t>Zoom Produits :</a:t>
            </a:r>
            <a:endParaRPr lang="fr-FR" dirty="0"/>
          </a:p>
          <a:p>
            <a:r>
              <a:rPr lang="fr-FR" b="1" dirty="0"/>
              <a:t>Focus Boissons (Q8) :</a:t>
            </a:r>
            <a:r>
              <a:rPr lang="fr-FR" dirty="0"/>
              <a:t> Note moyenne de 8,32/ 10.</a:t>
            </a:r>
          </a:p>
          <a:p>
            <a:pPr marL="228600" lvl="1" indent="0">
              <a:buNone/>
            </a:pPr>
            <a:r>
              <a:rPr lang="fr-FR" i="1" dirty="0"/>
              <a:t>Technique :</a:t>
            </a:r>
            <a:r>
              <a:rPr lang="fr-FR" dirty="0"/>
              <a:t> Utilisation d'un </a:t>
            </a:r>
            <a:r>
              <a:rPr lang="fr-FR" b="1" dirty="0" err="1"/>
              <a:t>Wildcard</a:t>
            </a:r>
            <a:r>
              <a:rPr lang="fr-FR" dirty="0"/>
              <a:t> (LIKE 'Boissons%') pour regrouper toutes les références (gazeuses, jus, etc.).</a:t>
            </a:r>
          </a:p>
          <a:p>
            <a:r>
              <a:rPr lang="fr-FR" b="1" dirty="0"/>
              <a:t>Meilleur SAV (Q7) :</a:t>
            </a:r>
            <a:r>
              <a:rPr lang="fr-FR" dirty="0"/>
              <a:t> La catégorie Loisirs obtient les meilleures notes après intervention.</a:t>
            </a:r>
          </a:p>
          <a:p>
            <a:r>
              <a:rPr lang="fr-FR" b="1" dirty="0"/>
              <a:t>Saisonnalité (Q10) :</a:t>
            </a:r>
            <a:endParaRPr lang="fr-FR" dirty="0"/>
          </a:p>
          <a:p>
            <a:r>
              <a:rPr lang="fr-FR" dirty="0"/>
              <a:t>Le mois avec le plus de retours SAV est le mois d’Octobre</a:t>
            </a:r>
          </a:p>
          <a:p>
            <a:pPr marL="228600" lvl="1" indent="0">
              <a:buNone/>
            </a:pPr>
            <a:r>
              <a:rPr lang="fr-FR" i="1" dirty="0"/>
              <a:t>Interprétation :</a:t>
            </a:r>
            <a:r>
              <a:rPr lang="fr-FR" dirty="0"/>
              <a:t> Probable impact des soldes ou des fêtes de fin d'année ?</a:t>
            </a:r>
          </a:p>
          <a:p>
            <a:endParaRPr lang="fr-FR" dirty="0"/>
          </a:p>
        </p:txBody>
      </p:sp>
      <p:sp>
        <p:nvSpPr>
          <p:cNvPr id="4" name="Espace réservé pour une image  3">
            <a:extLst>
              <a:ext uri="{FF2B5EF4-FFF2-40B4-BE49-F238E27FC236}">
                <a16:creationId xmlns:a16="http://schemas.microsoft.com/office/drawing/2014/main" id="{2A66404A-1078-A113-A0EF-59EDEEDE365B}"/>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62D21BE5-4C62-81CC-5A25-2934CE4A9A14}"/>
              </a:ext>
            </a:extLst>
          </p:cNvPr>
          <p:cNvSpPr>
            <a:spLocks noGrp="1"/>
          </p:cNvSpPr>
          <p:nvPr>
            <p:ph type="body" sz="quarter" idx="16"/>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CA1999D3-0B55-5F6C-AE29-85348A1743D0}"/>
              </a:ext>
            </a:extLst>
          </p:cNvPr>
          <p:cNvSpPr>
            <a:spLocks noGrp="1"/>
          </p:cNvSpPr>
          <p:nvPr>
            <p:ph type="sldNum" sz="quarter" idx="4"/>
          </p:nvPr>
        </p:nvSpPr>
        <p:spPr/>
        <p:txBody>
          <a:bodyPr/>
          <a:lstStyle/>
          <a:p>
            <a:pPr rtl="0"/>
            <a:fld id="{4FAB73BC-B049-4115-A692-8D63A059BFB8}" type="slidenum">
              <a:rPr lang="fr-FR" noProof="0" smtClean="0"/>
              <a:pPr rtl="0"/>
              <a:t>11</a:t>
            </a:fld>
            <a:endParaRPr lang="fr-FR" noProof="0"/>
          </a:p>
        </p:txBody>
      </p:sp>
    </p:spTree>
    <p:extLst>
      <p:ext uri="{BB962C8B-B14F-4D97-AF65-F5344CB8AC3E}">
        <p14:creationId xmlns:p14="http://schemas.microsoft.com/office/powerpoint/2010/main" val="4079609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359C83-0587-BF79-308C-63C9D60B4A93}"/>
              </a:ext>
            </a:extLst>
          </p:cNvPr>
          <p:cNvSpPr>
            <a:spLocks noGrp="1"/>
          </p:cNvSpPr>
          <p:nvPr>
            <p:ph type="title"/>
          </p:nvPr>
        </p:nvSpPr>
        <p:spPr/>
        <p:txBody>
          <a:bodyPr/>
          <a:lstStyle/>
          <a:p>
            <a:r>
              <a:rPr lang="fr-FR" dirty="0"/>
              <a:t>Analyse Produits &amp; Saisonnalité : </a:t>
            </a:r>
            <a:r>
              <a:rPr lang="fr-FR" dirty="0" err="1"/>
              <a:t>Requetes</a:t>
            </a:r>
            <a:endParaRPr lang="fr-FR" dirty="0"/>
          </a:p>
        </p:txBody>
      </p:sp>
      <p:sp>
        <p:nvSpPr>
          <p:cNvPr id="4" name="Espace réservé pour une image  3">
            <a:extLst>
              <a:ext uri="{FF2B5EF4-FFF2-40B4-BE49-F238E27FC236}">
                <a16:creationId xmlns:a16="http://schemas.microsoft.com/office/drawing/2014/main" id="{104BAC4C-CFE4-F92D-AC5D-46AC75D90C99}"/>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828DE54B-5588-D83F-53BC-C4D8C2CB9215}"/>
              </a:ext>
            </a:extLst>
          </p:cNvPr>
          <p:cNvSpPr>
            <a:spLocks noGrp="1"/>
          </p:cNvSpPr>
          <p:nvPr>
            <p:ph type="body" sz="quarter" idx="16"/>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0A093056-2274-F6C1-0C0B-810F2ECBCC27}"/>
              </a:ext>
            </a:extLst>
          </p:cNvPr>
          <p:cNvSpPr>
            <a:spLocks noGrp="1"/>
          </p:cNvSpPr>
          <p:nvPr>
            <p:ph type="sldNum" sz="quarter" idx="4"/>
          </p:nvPr>
        </p:nvSpPr>
        <p:spPr/>
        <p:txBody>
          <a:bodyPr/>
          <a:lstStyle/>
          <a:p>
            <a:pPr rtl="0"/>
            <a:fld id="{4FAB73BC-B049-4115-A692-8D63A059BFB8}" type="slidenum">
              <a:rPr lang="fr-FR" noProof="0" smtClean="0"/>
              <a:pPr rtl="0"/>
              <a:t>12</a:t>
            </a:fld>
            <a:endParaRPr lang="fr-FR" noProof="0"/>
          </a:p>
        </p:txBody>
      </p:sp>
      <p:sp>
        <p:nvSpPr>
          <p:cNvPr id="14" name="Espace réservé du contenu 13">
            <a:extLst>
              <a:ext uri="{FF2B5EF4-FFF2-40B4-BE49-F238E27FC236}">
                <a16:creationId xmlns:a16="http://schemas.microsoft.com/office/drawing/2014/main" id="{81E80389-4766-85BF-7025-9F34B80D2979}"/>
              </a:ext>
            </a:extLst>
          </p:cNvPr>
          <p:cNvSpPr>
            <a:spLocks noGrp="1"/>
          </p:cNvSpPr>
          <p:nvPr>
            <p:ph sz="quarter" idx="13"/>
          </p:nvPr>
        </p:nvSpPr>
        <p:spPr>
          <a:xfrm>
            <a:off x="6312024" y="2492896"/>
            <a:ext cx="10288693" cy="3660648"/>
          </a:xfrm>
        </p:spPr>
        <p:txBody>
          <a:bodyPr/>
          <a:lstStyle/>
          <a:p>
            <a:r>
              <a:rPr lang="de-DE" b="1" dirty="0"/>
              <a:t>Q8. Note </a:t>
            </a:r>
            <a:r>
              <a:rPr lang="de-DE" b="1" dirty="0" err="1"/>
              <a:t>moyenne</a:t>
            </a:r>
            <a:r>
              <a:rPr lang="de-DE" b="1" dirty="0"/>
              <a:t> </a:t>
            </a:r>
            <a:r>
              <a:rPr lang="de-DE" b="1" dirty="0" err="1"/>
              <a:t>sur</a:t>
            </a:r>
            <a:r>
              <a:rPr lang="de-DE" b="1" dirty="0"/>
              <a:t> </a:t>
            </a:r>
            <a:r>
              <a:rPr lang="de-DE" b="1" dirty="0" err="1"/>
              <a:t>l'ensemble</a:t>
            </a:r>
            <a:r>
              <a:rPr lang="de-DE" b="1" dirty="0"/>
              <a:t> des </a:t>
            </a:r>
            <a:r>
              <a:rPr lang="de-DE" b="1" dirty="0" err="1"/>
              <a:t>boissons</a:t>
            </a:r>
            <a:endParaRPr lang="fr-FR" dirty="0"/>
          </a:p>
          <a:p>
            <a:endParaRPr lang="fr-FR" dirty="0"/>
          </a:p>
        </p:txBody>
      </p:sp>
      <p:pic>
        <p:nvPicPr>
          <p:cNvPr id="15" name="Image 14">
            <a:extLst>
              <a:ext uri="{FF2B5EF4-FFF2-40B4-BE49-F238E27FC236}">
                <a16:creationId xmlns:a16="http://schemas.microsoft.com/office/drawing/2014/main" id="{CD6F1A0C-4037-CAB6-40FB-9F23D8DE9D36}"/>
              </a:ext>
            </a:extLst>
          </p:cNvPr>
          <p:cNvPicPr>
            <a:picLocks noChangeAspect="1"/>
          </p:cNvPicPr>
          <p:nvPr/>
        </p:nvPicPr>
        <p:blipFill>
          <a:blip r:embed="rId2"/>
          <a:stretch>
            <a:fillRect/>
          </a:stretch>
        </p:blipFill>
        <p:spPr>
          <a:xfrm>
            <a:off x="7536160" y="3340021"/>
            <a:ext cx="1512168" cy="761603"/>
          </a:xfrm>
          <a:prstGeom prst="rect">
            <a:avLst/>
          </a:prstGeom>
        </p:spPr>
      </p:pic>
      <p:sp>
        <p:nvSpPr>
          <p:cNvPr id="17" name="ZoneTexte 16">
            <a:extLst>
              <a:ext uri="{FF2B5EF4-FFF2-40B4-BE49-F238E27FC236}">
                <a16:creationId xmlns:a16="http://schemas.microsoft.com/office/drawing/2014/main" id="{F413DE0E-EF2A-7F24-A895-0CBAC03868D7}"/>
              </a:ext>
            </a:extLst>
          </p:cNvPr>
          <p:cNvSpPr txBox="1"/>
          <p:nvPr/>
        </p:nvSpPr>
        <p:spPr>
          <a:xfrm>
            <a:off x="422570" y="2559598"/>
            <a:ext cx="6122124" cy="369332"/>
          </a:xfrm>
          <a:prstGeom prst="rect">
            <a:avLst/>
          </a:prstGeom>
          <a:noFill/>
        </p:spPr>
        <p:txBody>
          <a:bodyPr wrap="square">
            <a:spAutoFit/>
          </a:bodyPr>
          <a:lstStyle/>
          <a:p>
            <a:pPr>
              <a:buNone/>
            </a:pPr>
            <a:r>
              <a:rPr lang="fr-FR" sz="1800" b="1" dirty="0">
                <a:solidFill>
                  <a:srgbClr val="262626"/>
                </a:solidFill>
                <a:effectLst/>
                <a:latin typeface="Arial" panose="020B0604020202020204" pitchFamily="34" charset="0"/>
                <a:ea typeface="Arial" panose="020B0604020202020204" pitchFamily="34" charset="0"/>
              </a:rPr>
              <a:t>Q7. Le meilleur SAV par typologie produit</a:t>
            </a:r>
            <a:endParaRPr lang="fr-FR" sz="1800" dirty="0">
              <a:solidFill>
                <a:srgbClr val="262626"/>
              </a:solidFill>
              <a:effectLst/>
              <a:latin typeface="Arial" panose="020B0604020202020204" pitchFamily="34" charset="0"/>
              <a:ea typeface="Arial" panose="020B0604020202020204" pitchFamily="34" charset="0"/>
            </a:endParaRPr>
          </a:p>
        </p:txBody>
      </p:sp>
      <p:pic>
        <p:nvPicPr>
          <p:cNvPr id="18" name="Image 17">
            <a:extLst>
              <a:ext uri="{FF2B5EF4-FFF2-40B4-BE49-F238E27FC236}">
                <a16:creationId xmlns:a16="http://schemas.microsoft.com/office/drawing/2014/main" id="{C8896E7D-FDF2-1242-6585-E511C70C3F08}"/>
              </a:ext>
            </a:extLst>
          </p:cNvPr>
          <p:cNvPicPr>
            <a:picLocks noChangeAspect="1"/>
          </p:cNvPicPr>
          <p:nvPr/>
        </p:nvPicPr>
        <p:blipFill>
          <a:blip r:embed="rId3"/>
          <a:stretch>
            <a:fillRect/>
          </a:stretch>
        </p:blipFill>
        <p:spPr>
          <a:xfrm>
            <a:off x="1055440" y="3429000"/>
            <a:ext cx="2950963" cy="775253"/>
          </a:xfrm>
          <a:prstGeom prst="rect">
            <a:avLst/>
          </a:prstGeom>
        </p:spPr>
      </p:pic>
    </p:spTree>
    <p:extLst>
      <p:ext uri="{BB962C8B-B14F-4D97-AF65-F5344CB8AC3E}">
        <p14:creationId xmlns:p14="http://schemas.microsoft.com/office/powerpoint/2010/main" val="2142290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34BC61-5A33-8C25-3640-570C75DFFBA3}"/>
              </a:ext>
            </a:extLst>
          </p:cNvPr>
          <p:cNvSpPr>
            <a:spLocks noGrp="1"/>
          </p:cNvSpPr>
          <p:nvPr>
            <p:ph type="title"/>
          </p:nvPr>
        </p:nvSpPr>
        <p:spPr/>
        <p:txBody>
          <a:bodyPr/>
          <a:lstStyle/>
          <a:p>
            <a:r>
              <a:rPr lang="fr-FR" dirty="0"/>
              <a:t>Analyse Produits &amp; Saisonnalité : </a:t>
            </a:r>
            <a:r>
              <a:rPr lang="fr-FR" dirty="0" err="1"/>
              <a:t>Requetes</a:t>
            </a:r>
            <a:endParaRPr lang="fr-FR" dirty="0"/>
          </a:p>
        </p:txBody>
      </p:sp>
      <p:sp>
        <p:nvSpPr>
          <p:cNvPr id="3" name="Espace réservé du contenu 2">
            <a:extLst>
              <a:ext uri="{FF2B5EF4-FFF2-40B4-BE49-F238E27FC236}">
                <a16:creationId xmlns:a16="http://schemas.microsoft.com/office/drawing/2014/main" id="{ECF6AFB7-6460-08F2-A711-E3D6CEB0E71F}"/>
              </a:ext>
            </a:extLst>
          </p:cNvPr>
          <p:cNvSpPr>
            <a:spLocks noGrp="1"/>
          </p:cNvSpPr>
          <p:nvPr>
            <p:ph sz="quarter" idx="13"/>
          </p:nvPr>
        </p:nvSpPr>
        <p:spPr>
          <a:xfrm>
            <a:off x="548639" y="2672661"/>
            <a:ext cx="10288693" cy="3660648"/>
          </a:xfrm>
        </p:spPr>
        <p:txBody>
          <a:bodyPr>
            <a:normAutofit/>
          </a:bodyPr>
          <a:lstStyle/>
          <a:p>
            <a:r>
              <a:rPr lang="de-DE" b="1" dirty="0"/>
              <a:t>Q10. Mois </a:t>
            </a:r>
            <a:r>
              <a:rPr lang="de-DE" b="1" dirty="0" err="1"/>
              <a:t>avec</a:t>
            </a:r>
            <a:r>
              <a:rPr lang="de-DE" b="1" dirty="0"/>
              <a:t> le plus de </a:t>
            </a:r>
            <a:r>
              <a:rPr lang="de-DE" b="1" dirty="0" err="1"/>
              <a:t>retours</a:t>
            </a:r>
            <a:r>
              <a:rPr lang="de-DE" b="1" dirty="0"/>
              <a:t> SAV                                </a:t>
            </a:r>
            <a:endParaRPr lang="fr-FR" dirty="0"/>
          </a:p>
          <a:p>
            <a:endParaRPr lang="fr-FR" b="1" dirty="0"/>
          </a:p>
        </p:txBody>
      </p:sp>
      <p:sp>
        <p:nvSpPr>
          <p:cNvPr id="4" name="Espace réservé pour une image  3">
            <a:extLst>
              <a:ext uri="{FF2B5EF4-FFF2-40B4-BE49-F238E27FC236}">
                <a16:creationId xmlns:a16="http://schemas.microsoft.com/office/drawing/2014/main" id="{4D7F66DD-2E06-14BB-02EF-06FB5ECA4BB1}"/>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362432AA-453D-34CB-E1D4-2490F7C4CAF9}"/>
              </a:ext>
            </a:extLst>
          </p:cNvPr>
          <p:cNvSpPr>
            <a:spLocks noGrp="1"/>
          </p:cNvSpPr>
          <p:nvPr>
            <p:ph type="body" sz="quarter" idx="16"/>
          </p:nvPr>
        </p:nvSpPr>
        <p:spPr/>
        <p:txBody>
          <a:bodyPr/>
          <a:lstStyle/>
          <a:p>
            <a:endParaRPr lang="fr-FR"/>
          </a:p>
        </p:txBody>
      </p:sp>
      <p:sp>
        <p:nvSpPr>
          <p:cNvPr id="6" name="Espace réservé du numéro de diapositive 5">
            <a:extLst>
              <a:ext uri="{FF2B5EF4-FFF2-40B4-BE49-F238E27FC236}">
                <a16:creationId xmlns:a16="http://schemas.microsoft.com/office/drawing/2014/main" id="{B230E44E-2A17-7E12-A88D-9E6A4E4D98B3}"/>
              </a:ext>
            </a:extLst>
          </p:cNvPr>
          <p:cNvSpPr>
            <a:spLocks noGrp="1"/>
          </p:cNvSpPr>
          <p:nvPr>
            <p:ph type="sldNum" sz="quarter" idx="4"/>
          </p:nvPr>
        </p:nvSpPr>
        <p:spPr/>
        <p:txBody>
          <a:bodyPr/>
          <a:lstStyle/>
          <a:p>
            <a:pPr rtl="0"/>
            <a:fld id="{4FAB73BC-B049-4115-A692-8D63A059BFB8}" type="slidenum">
              <a:rPr lang="fr-FR" noProof="0" smtClean="0"/>
              <a:pPr rtl="0"/>
              <a:t>13</a:t>
            </a:fld>
            <a:endParaRPr lang="fr-FR" noProof="0"/>
          </a:p>
        </p:txBody>
      </p:sp>
      <p:pic>
        <p:nvPicPr>
          <p:cNvPr id="7" name="Image 6">
            <a:extLst>
              <a:ext uri="{FF2B5EF4-FFF2-40B4-BE49-F238E27FC236}">
                <a16:creationId xmlns:a16="http://schemas.microsoft.com/office/drawing/2014/main" id="{284CE9F8-520A-7D8E-E724-F82E2C810D86}"/>
              </a:ext>
            </a:extLst>
          </p:cNvPr>
          <p:cNvPicPr>
            <a:picLocks noChangeAspect="1"/>
          </p:cNvPicPr>
          <p:nvPr/>
        </p:nvPicPr>
        <p:blipFill rotWithShape="1">
          <a:blip r:embed="rId2">
            <a:extLst>
              <a:ext uri="{28A0092B-C50C-407E-A947-70E740481C1C}">
                <a14:useLocalDpi xmlns:a14="http://schemas.microsoft.com/office/drawing/2010/main" val="0"/>
              </a:ext>
            </a:extLst>
          </a:blip>
          <a:srcRect l="-192" t="49386" r="81417" b="41535"/>
          <a:stretch>
            <a:fillRect/>
          </a:stretch>
        </p:blipFill>
        <p:spPr bwMode="auto">
          <a:xfrm>
            <a:off x="983431" y="3458926"/>
            <a:ext cx="2059861" cy="1194210"/>
          </a:xfrm>
          <a:prstGeom prst="rect">
            <a:avLst/>
          </a:prstGeom>
          <a:noFill/>
          <a:ln>
            <a:noFill/>
          </a:ln>
          <a:extLst>
            <a:ext uri="{53640926-AAD7-44D8-BBD7-CCE9431645EC}">
              <a14:shadowObscured xmlns:a14="http://schemas.microsoft.com/office/drawing/2010/main"/>
            </a:ext>
          </a:extLst>
        </p:spPr>
      </p:pic>
      <p:sp>
        <p:nvSpPr>
          <p:cNvPr id="11" name="Espace réservé du contenu 10">
            <a:extLst>
              <a:ext uri="{FF2B5EF4-FFF2-40B4-BE49-F238E27FC236}">
                <a16:creationId xmlns:a16="http://schemas.microsoft.com/office/drawing/2014/main" id="{F61D9651-7416-3D11-51B2-99B14A31711E}"/>
              </a:ext>
            </a:extLst>
          </p:cNvPr>
          <p:cNvSpPr txBox="1">
            <a:spLocks/>
          </p:cNvSpPr>
          <p:nvPr/>
        </p:nvSpPr>
        <p:spPr>
          <a:xfrm>
            <a:off x="5877232" y="2657515"/>
            <a:ext cx="10288693" cy="36606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fr-FR" b="1"/>
              <a:t>Q3. Note moyenne par catégorie de produit</a:t>
            </a:r>
            <a:endParaRPr lang="fr-FR"/>
          </a:p>
          <a:p>
            <a:endParaRPr lang="fr-FR" dirty="0"/>
          </a:p>
        </p:txBody>
      </p:sp>
      <p:pic>
        <p:nvPicPr>
          <p:cNvPr id="12" name="Image 11">
            <a:extLst>
              <a:ext uri="{FF2B5EF4-FFF2-40B4-BE49-F238E27FC236}">
                <a16:creationId xmlns:a16="http://schemas.microsoft.com/office/drawing/2014/main" id="{6A11CDC2-3168-493F-421A-3DFBA8E6EB1C}"/>
              </a:ext>
            </a:extLst>
          </p:cNvPr>
          <p:cNvPicPr>
            <a:picLocks noChangeAspect="1"/>
          </p:cNvPicPr>
          <p:nvPr/>
        </p:nvPicPr>
        <p:blipFill>
          <a:blip r:embed="rId3"/>
          <a:stretch>
            <a:fillRect/>
          </a:stretch>
        </p:blipFill>
        <p:spPr>
          <a:xfrm>
            <a:off x="6744072" y="3458926"/>
            <a:ext cx="2305050" cy="1428750"/>
          </a:xfrm>
          <a:prstGeom prst="rect">
            <a:avLst/>
          </a:prstGeom>
        </p:spPr>
      </p:pic>
    </p:spTree>
    <p:extLst>
      <p:ext uri="{BB962C8B-B14F-4D97-AF65-F5344CB8AC3E}">
        <p14:creationId xmlns:p14="http://schemas.microsoft.com/office/powerpoint/2010/main" val="2274890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EA87D-5907-571F-F0F6-28D8826FC1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8483933-9148-14D5-7D66-F04CA6EB286D}"/>
              </a:ext>
            </a:extLst>
          </p:cNvPr>
          <p:cNvSpPr>
            <a:spLocks noGrp="1"/>
          </p:cNvSpPr>
          <p:nvPr>
            <p:ph type="title"/>
          </p:nvPr>
        </p:nvSpPr>
        <p:spPr/>
        <p:txBody>
          <a:bodyPr/>
          <a:lstStyle/>
          <a:p>
            <a:r>
              <a:rPr lang="fr-FR" dirty="0"/>
              <a:t>Conclusion et Plans d'actions</a:t>
            </a:r>
          </a:p>
        </p:txBody>
      </p:sp>
      <p:sp>
        <p:nvSpPr>
          <p:cNvPr id="3" name="Espace réservé du contenu 2">
            <a:extLst>
              <a:ext uri="{FF2B5EF4-FFF2-40B4-BE49-F238E27FC236}">
                <a16:creationId xmlns:a16="http://schemas.microsoft.com/office/drawing/2014/main" id="{D649352B-8D2A-88CA-68FC-FFA406E8380D}"/>
              </a:ext>
            </a:extLst>
          </p:cNvPr>
          <p:cNvSpPr>
            <a:spLocks noGrp="1"/>
          </p:cNvSpPr>
          <p:nvPr>
            <p:ph sz="quarter" idx="13"/>
          </p:nvPr>
        </p:nvSpPr>
        <p:spPr>
          <a:xfrm>
            <a:off x="479376" y="2206752"/>
            <a:ext cx="10288693" cy="3660648"/>
          </a:xfrm>
        </p:spPr>
        <p:txBody>
          <a:bodyPr>
            <a:normAutofit lnSpcReduction="10000"/>
          </a:bodyPr>
          <a:lstStyle/>
          <a:p>
            <a:r>
              <a:rPr lang="fr-FR" b="1" dirty="0"/>
              <a:t>Bilan du projet :</a:t>
            </a:r>
            <a:endParaRPr lang="fr-FR" dirty="0"/>
          </a:p>
          <a:p>
            <a:r>
              <a:rPr lang="fr-FR" dirty="0"/>
              <a:t>La base de données est </a:t>
            </a:r>
            <a:r>
              <a:rPr lang="fr-FR" b="1" dirty="0"/>
              <a:t>opérationnelle, documentée et enrichie</a:t>
            </a:r>
            <a:r>
              <a:rPr lang="fr-FR" dirty="0"/>
              <a:t>.</a:t>
            </a:r>
          </a:p>
          <a:p>
            <a:r>
              <a:rPr lang="fr-FR" dirty="0"/>
              <a:t>Les indicateurs sont </a:t>
            </a:r>
            <a:r>
              <a:rPr lang="fr-FR" b="1" dirty="0"/>
              <a:t>automatisés</a:t>
            </a:r>
            <a:r>
              <a:rPr lang="fr-FR" dirty="0"/>
              <a:t> via SQL.</a:t>
            </a:r>
          </a:p>
          <a:p>
            <a:r>
              <a:rPr lang="fr-FR" dirty="0" err="1"/>
              <a:t>BestMarket</a:t>
            </a:r>
            <a:r>
              <a:rPr lang="fr-FR" dirty="0"/>
              <a:t> dispose d'un </a:t>
            </a:r>
            <a:r>
              <a:rPr lang="fr-FR" b="1" dirty="0"/>
              <a:t>NPS positif</a:t>
            </a:r>
            <a:r>
              <a:rPr lang="fr-FR" dirty="0"/>
              <a:t>, socle solide pour la croissance.</a:t>
            </a:r>
          </a:p>
          <a:p>
            <a:r>
              <a:rPr lang="fr-FR" b="1" dirty="0"/>
              <a:t>Recommandations Opérationnelles :</a:t>
            </a:r>
            <a:endParaRPr lang="fr-FR" dirty="0"/>
          </a:p>
          <a:p>
            <a:r>
              <a:rPr lang="fr-FR" b="1" dirty="0"/>
              <a:t>Formation :</a:t>
            </a:r>
            <a:r>
              <a:rPr lang="fr-FR" dirty="0"/>
              <a:t> Cibler en priorité les magasins identifiés par la requête "Sous-moyenne".</a:t>
            </a:r>
          </a:p>
          <a:p>
            <a:r>
              <a:rPr lang="fr-FR" b="1" dirty="0"/>
              <a:t>Ressources Humaines :</a:t>
            </a:r>
            <a:r>
              <a:rPr lang="fr-FR" dirty="0"/>
              <a:t> Renforcer le SAV sur le mois d’Octobre</a:t>
            </a:r>
          </a:p>
          <a:p>
            <a:r>
              <a:rPr lang="fr-FR" b="1" dirty="0"/>
              <a:t>Stratégie :</a:t>
            </a:r>
            <a:r>
              <a:rPr lang="fr-FR" dirty="0"/>
              <a:t> Analyser les pratiques des rayons High tech, Loisirs, alimentaire et maison (Q3) pour les dupliquer sur les autres rayons.</a:t>
            </a:r>
          </a:p>
          <a:p>
            <a:endParaRPr lang="fr-FR" dirty="0"/>
          </a:p>
        </p:txBody>
      </p:sp>
      <p:sp>
        <p:nvSpPr>
          <p:cNvPr id="4" name="Espace réservé pour une image  3">
            <a:extLst>
              <a:ext uri="{FF2B5EF4-FFF2-40B4-BE49-F238E27FC236}">
                <a16:creationId xmlns:a16="http://schemas.microsoft.com/office/drawing/2014/main" id="{F992801D-7CBD-6AFA-BB08-3ACB7F96EB20}"/>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6E86F09A-0692-9E1C-AF1B-5D64AD976AE2}"/>
              </a:ext>
            </a:extLst>
          </p:cNvPr>
          <p:cNvSpPr>
            <a:spLocks noGrp="1"/>
          </p:cNvSpPr>
          <p:nvPr>
            <p:ph type="body" sz="quarter" idx="16"/>
          </p:nvPr>
        </p:nvSpPr>
        <p:spPr/>
        <p:txBody>
          <a:bodyPr/>
          <a:lstStyle/>
          <a:p>
            <a:endParaRPr lang="fr-FR"/>
          </a:p>
        </p:txBody>
      </p:sp>
      <p:sp>
        <p:nvSpPr>
          <p:cNvPr id="6" name="Espace réservé du numéro de diapositive 5">
            <a:extLst>
              <a:ext uri="{FF2B5EF4-FFF2-40B4-BE49-F238E27FC236}">
                <a16:creationId xmlns:a16="http://schemas.microsoft.com/office/drawing/2014/main" id="{ABA91D10-7F93-70F8-8A54-DD91AC7E6630}"/>
              </a:ext>
            </a:extLst>
          </p:cNvPr>
          <p:cNvSpPr>
            <a:spLocks noGrp="1"/>
          </p:cNvSpPr>
          <p:nvPr>
            <p:ph type="sldNum" sz="quarter" idx="4"/>
          </p:nvPr>
        </p:nvSpPr>
        <p:spPr/>
        <p:txBody>
          <a:bodyPr/>
          <a:lstStyle/>
          <a:p>
            <a:pPr rtl="0"/>
            <a:fld id="{4FAB73BC-B049-4115-A692-8D63A059BFB8}" type="slidenum">
              <a:rPr lang="fr-FR" noProof="0" smtClean="0"/>
              <a:pPr rtl="0"/>
              <a:t>14</a:t>
            </a:fld>
            <a:endParaRPr lang="fr-FR" noProof="0"/>
          </a:p>
        </p:txBody>
      </p:sp>
    </p:spTree>
    <p:extLst>
      <p:ext uri="{BB962C8B-B14F-4D97-AF65-F5344CB8AC3E}">
        <p14:creationId xmlns:p14="http://schemas.microsoft.com/office/powerpoint/2010/main" val="2608748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6F3DCD-D83E-D5CB-3779-082215CF003D}"/>
              </a:ext>
            </a:extLst>
          </p:cNvPr>
          <p:cNvSpPr>
            <a:spLocks noGrp="1"/>
          </p:cNvSpPr>
          <p:nvPr>
            <p:ph type="title"/>
          </p:nvPr>
        </p:nvSpPr>
        <p:spPr>
          <a:xfrm>
            <a:off x="548640" y="908720"/>
            <a:ext cx="10805160" cy="707886"/>
          </a:xfrm>
        </p:spPr>
        <p:txBody>
          <a:bodyPr/>
          <a:lstStyle/>
          <a:p>
            <a:r>
              <a:rPr lang="fr-FR" dirty="0"/>
              <a:t>Autres </a:t>
            </a:r>
            <a:r>
              <a:rPr lang="fr-FR" dirty="0" err="1"/>
              <a:t>requetes</a:t>
            </a:r>
            <a:endParaRPr lang="fr-FR" dirty="0"/>
          </a:p>
        </p:txBody>
      </p:sp>
      <p:sp>
        <p:nvSpPr>
          <p:cNvPr id="4" name="Espace réservé pour une image  3">
            <a:extLst>
              <a:ext uri="{FF2B5EF4-FFF2-40B4-BE49-F238E27FC236}">
                <a16:creationId xmlns:a16="http://schemas.microsoft.com/office/drawing/2014/main" id="{BA1B2005-39D8-6BF4-959D-8F47F8D7E8CD}"/>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4CB0585A-1778-2E2F-C4B3-D6AF5F09ED34}"/>
              </a:ext>
            </a:extLst>
          </p:cNvPr>
          <p:cNvSpPr>
            <a:spLocks noGrp="1"/>
          </p:cNvSpPr>
          <p:nvPr>
            <p:ph type="body" sz="quarter" idx="16"/>
          </p:nvPr>
        </p:nvSpPr>
        <p:spPr/>
        <p:txBody>
          <a:bodyPr/>
          <a:lstStyle/>
          <a:p>
            <a:endParaRPr lang="fr-FR"/>
          </a:p>
        </p:txBody>
      </p:sp>
      <p:sp>
        <p:nvSpPr>
          <p:cNvPr id="6" name="Espace réservé du numéro de diapositive 5">
            <a:extLst>
              <a:ext uri="{FF2B5EF4-FFF2-40B4-BE49-F238E27FC236}">
                <a16:creationId xmlns:a16="http://schemas.microsoft.com/office/drawing/2014/main" id="{39F3DC0C-6942-79CE-9179-7CC0505DA40E}"/>
              </a:ext>
            </a:extLst>
          </p:cNvPr>
          <p:cNvSpPr>
            <a:spLocks noGrp="1"/>
          </p:cNvSpPr>
          <p:nvPr>
            <p:ph type="sldNum" sz="quarter" idx="4"/>
          </p:nvPr>
        </p:nvSpPr>
        <p:spPr/>
        <p:txBody>
          <a:bodyPr/>
          <a:lstStyle/>
          <a:p>
            <a:pPr rtl="0"/>
            <a:fld id="{4FAB73BC-B049-4115-A692-8D63A059BFB8}" type="slidenum">
              <a:rPr lang="fr-FR" noProof="0" smtClean="0"/>
              <a:pPr rtl="0"/>
              <a:t>15</a:t>
            </a:fld>
            <a:endParaRPr lang="fr-FR" noProof="0"/>
          </a:p>
        </p:txBody>
      </p:sp>
      <p:sp>
        <p:nvSpPr>
          <p:cNvPr id="14" name="Espace réservé du contenu 13">
            <a:extLst>
              <a:ext uri="{FF2B5EF4-FFF2-40B4-BE49-F238E27FC236}">
                <a16:creationId xmlns:a16="http://schemas.microsoft.com/office/drawing/2014/main" id="{1E73C90E-2185-9185-D2A8-1BF6B6E441F5}"/>
              </a:ext>
            </a:extLst>
          </p:cNvPr>
          <p:cNvSpPr>
            <a:spLocks noGrp="1"/>
          </p:cNvSpPr>
          <p:nvPr>
            <p:ph sz="quarter" idx="13"/>
          </p:nvPr>
        </p:nvSpPr>
        <p:spPr/>
        <p:txBody>
          <a:bodyPr/>
          <a:lstStyle/>
          <a:p>
            <a:r>
              <a:rPr lang="de-DE" b="1" dirty="0"/>
              <a:t>Q1. </a:t>
            </a:r>
            <a:r>
              <a:rPr lang="de-DE" b="1" dirty="0" err="1"/>
              <a:t>Nombre</a:t>
            </a:r>
            <a:r>
              <a:rPr lang="de-DE" b="1" dirty="0"/>
              <a:t> de </a:t>
            </a:r>
            <a:r>
              <a:rPr lang="de-DE" b="1" dirty="0" err="1"/>
              <a:t>retours</a:t>
            </a:r>
            <a:r>
              <a:rPr lang="de-DE" b="1" dirty="0"/>
              <a:t> </a:t>
            </a:r>
            <a:r>
              <a:rPr lang="de-DE" b="1" dirty="0" err="1"/>
              <a:t>sur</a:t>
            </a:r>
            <a:r>
              <a:rPr lang="de-DE" b="1" dirty="0"/>
              <a:t> la </a:t>
            </a:r>
            <a:r>
              <a:rPr lang="de-DE" b="1" dirty="0" err="1"/>
              <a:t>livraison</a:t>
            </a:r>
            <a:endParaRPr lang="fr-FR" dirty="0"/>
          </a:p>
          <a:p>
            <a:endParaRPr lang="fr-FR" dirty="0"/>
          </a:p>
        </p:txBody>
      </p:sp>
      <p:pic>
        <p:nvPicPr>
          <p:cNvPr id="15" name="Image 14">
            <a:extLst>
              <a:ext uri="{FF2B5EF4-FFF2-40B4-BE49-F238E27FC236}">
                <a16:creationId xmlns:a16="http://schemas.microsoft.com/office/drawing/2014/main" id="{0D91EDE3-94C2-0C84-406B-2EBE8586AD65}"/>
              </a:ext>
            </a:extLst>
          </p:cNvPr>
          <p:cNvPicPr>
            <a:picLocks noChangeAspect="1"/>
          </p:cNvPicPr>
          <p:nvPr/>
        </p:nvPicPr>
        <p:blipFill rotWithShape="1">
          <a:blip r:embed="rId2">
            <a:extLst>
              <a:ext uri="{28A0092B-C50C-407E-A947-70E740481C1C}">
                <a14:useLocalDpi xmlns:a14="http://schemas.microsoft.com/office/drawing/2010/main" val="0"/>
              </a:ext>
            </a:extLst>
          </a:blip>
          <a:srcRect l="1" t="63054" r="81031" b="25056"/>
          <a:stretch>
            <a:fillRect/>
          </a:stretch>
        </p:blipFill>
        <p:spPr bwMode="auto">
          <a:xfrm>
            <a:off x="779928" y="3633228"/>
            <a:ext cx="3055928" cy="1728192"/>
          </a:xfrm>
          <a:prstGeom prst="rect">
            <a:avLst/>
          </a:prstGeom>
          <a:noFill/>
          <a:ln>
            <a:noFill/>
          </a:ln>
          <a:extLst>
            <a:ext uri="{53640926-AAD7-44D8-BBD7-CCE9431645EC}">
              <a14:shadowObscured xmlns:a14="http://schemas.microsoft.com/office/drawing/2010/main"/>
            </a:ext>
          </a:extLst>
        </p:spPr>
      </p:pic>
      <p:sp>
        <p:nvSpPr>
          <p:cNvPr id="16" name="Espace réservé du contenu 2">
            <a:extLst>
              <a:ext uri="{FF2B5EF4-FFF2-40B4-BE49-F238E27FC236}">
                <a16:creationId xmlns:a16="http://schemas.microsoft.com/office/drawing/2014/main" id="{3FDE5142-DB6D-B724-B613-578A0A3CD7B2}"/>
              </a:ext>
            </a:extLst>
          </p:cNvPr>
          <p:cNvSpPr txBox="1">
            <a:spLocks/>
          </p:cNvSpPr>
          <p:nvPr/>
        </p:nvSpPr>
        <p:spPr>
          <a:xfrm>
            <a:off x="5375920" y="2654808"/>
            <a:ext cx="10288693" cy="36606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de-DE" b="1"/>
              <a:t>Q2. Liste des notes sur les réseaux sociaux pour les "TV"</a:t>
            </a:r>
            <a:endParaRPr lang="fr-FR"/>
          </a:p>
          <a:p>
            <a:endParaRPr lang="fr-FR" dirty="0"/>
          </a:p>
        </p:txBody>
      </p:sp>
      <p:pic>
        <p:nvPicPr>
          <p:cNvPr id="17" name="Image 16">
            <a:extLst>
              <a:ext uri="{FF2B5EF4-FFF2-40B4-BE49-F238E27FC236}">
                <a16:creationId xmlns:a16="http://schemas.microsoft.com/office/drawing/2014/main" id="{E50B39AE-E768-83CC-4CD5-89CD408DACB6}"/>
              </a:ext>
            </a:extLst>
          </p:cNvPr>
          <p:cNvPicPr>
            <a:picLocks noChangeAspect="1"/>
          </p:cNvPicPr>
          <p:nvPr/>
        </p:nvPicPr>
        <p:blipFill>
          <a:blip r:embed="rId3"/>
          <a:stretch>
            <a:fillRect/>
          </a:stretch>
        </p:blipFill>
        <p:spPr>
          <a:xfrm>
            <a:off x="5954728" y="3632832"/>
            <a:ext cx="819150" cy="1352550"/>
          </a:xfrm>
          <a:prstGeom prst="rect">
            <a:avLst/>
          </a:prstGeom>
        </p:spPr>
      </p:pic>
    </p:spTree>
    <p:extLst>
      <p:ext uri="{BB962C8B-B14F-4D97-AF65-F5344CB8AC3E}">
        <p14:creationId xmlns:p14="http://schemas.microsoft.com/office/powerpoint/2010/main" val="1281461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75D55C-60C2-F192-8950-04464943D5C1}"/>
              </a:ext>
            </a:extLst>
          </p:cNvPr>
          <p:cNvSpPr>
            <a:spLocks noGrp="1"/>
          </p:cNvSpPr>
          <p:nvPr>
            <p:ph type="title"/>
          </p:nvPr>
        </p:nvSpPr>
        <p:spPr/>
        <p:txBody>
          <a:bodyPr/>
          <a:lstStyle/>
          <a:p>
            <a:r>
              <a:rPr lang="fr-FR" dirty="0"/>
              <a:t>Autres </a:t>
            </a:r>
            <a:r>
              <a:rPr lang="fr-FR" dirty="0" err="1"/>
              <a:t>requetes</a:t>
            </a:r>
            <a:endParaRPr lang="fr-FR" dirty="0"/>
          </a:p>
        </p:txBody>
      </p:sp>
      <p:sp>
        <p:nvSpPr>
          <p:cNvPr id="4" name="Espace réservé pour une image  3">
            <a:extLst>
              <a:ext uri="{FF2B5EF4-FFF2-40B4-BE49-F238E27FC236}">
                <a16:creationId xmlns:a16="http://schemas.microsoft.com/office/drawing/2014/main" id="{44D03F4F-C23A-E815-79FB-743ECE654920}"/>
              </a:ext>
            </a:extLst>
          </p:cNvPr>
          <p:cNvSpPr>
            <a:spLocks noGrp="1"/>
          </p:cNvSpPr>
          <p:nvPr>
            <p:ph type="pic" sz="quarter" idx="15"/>
          </p:nvPr>
        </p:nvSpPr>
        <p:spPr/>
      </p:sp>
      <p:sp>
        <p:nvSpPr>
          <p:cNvPr id="5" name="Espace réservé du texte 4">
            <a:extLst>
              <a:ext uri="{FF2B5EF4-FFF2-40B4-BE49-F238E27FC236}">
                <a16:creationId xmlns:a16="http://schemas.microsoft.com/office/drawing/2014/main" id="{AEBF86E0-6F2E-4A2C-9529-3DD00CACE1A1}"/>
              </a:ext>
            </a:extLst>
          </p:cNvPr>
          <p:cNvSpPr>
            <a:spLocks noGrp="1"/>
          </p:cNvSpPr>
          <p:nvPr>
            <p:ph type="body" sz="quarter" idx="16"/>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20F2F00A-B7AE-209E-F7E0-93DF31C85151}"/>
              </a:ext>
            </a:extLst>
          </p:cNvPr>
          <p:cNvSpPr>
            <a:spLocks noGrp="1"/>
          </p:cNvSpPr>
          <p:nvPr>
            <p:ph type="sldNum" sz="quarter" idx="4"/>
          </p:nvPr>
        </p:nvSpPr>
        <p:spPr/>
        <p:txBody>
          <a:bodyPr/>
          <a:lstStyle/>
          <a:p>
            <a:pPr rtl="0"/>
            <a:fld id="{4FAB73BC-B049-4115-A692-8D63A059BFB8}" type="slidenum">
              <a:rPr lang="fr-FR" noProof="0" smtClean="0"/>
              <a:pPr rtl="0"/>
              <a:t>16</a:t>
            </a:fld>
            <a:endParaRPr lang="fr-FR" noProof="0"/>
          </a:p>
        </p:txBody>
      </p:sp>
      <p:sp>
        <p:nvSpPr>
          <p:cNvPr id="11" name="Espace réservé du contenu 10">
            <a:extLst>
              <a:ext uri="{FF2B5EF4-FFF2-40B4-BE49-F238E27FC236}">
                <a16:creationId xmlns:a16="http://schemas.microsoft.com/office/drawing/2014/main" id="{72FDAF30-D37E-719C-7392-DD7162D0B1CC}"/>
              </a:ext>
            </a:extLst>
          </p:cNvPr>
          <p:cNvSpPr>
            <a:spLocks noGrp="1"/>
          </p:cNvSpPr>
          <p:nvPr>
            <p:ph sz="quarter" idx="13"/>
          </p:nvPr>
        </p:nvSpPr>
        <p:spPr/>
        <p:txBody>
          <a:bodyPr/>
          <a:lstStyle/>
          <a:p>
            <a:r>
              <a:rPr lang="fr-FR" b="1" dirty="0"/>
              <a:t>Q13. Progression T1 vs T2 (Le Pivot)                             Q15. Le NPS par source</a:t>
            </a:r>
            <a:endParaRPr lang="fr-FR" dirty="0"/>
          </a:p>
          <a:p>
            <a:endParaRPr lang="fr-FR" dirty="0"/>
          </a:p>
          <a:p>
            <a:endParaRPr lang="fr-FR" dirty="0"/>
          </a:p>
        </p:txBody>
      </p:sp>
      <p:pic>
        <p:nvPicPr>
          <p:cNvPr id="12" name="Image 11">
            <a:extLst>
              <a:ext uri="{FF2B5EF4-FFF2-40B4-BE49-F238E27FC236}">
                <a16:creationId xmlns:a16="http://schemas.microsoft.com/office/drawing/2014/main" id="{D8F4F3C6-67E8-148C-33F2-7AEEC8D05822}"/>
              </a:ext>
            </a:extLst>
          </p:cNvPr>
          <p:cNvPicPr>
            <a:picLocks noChangeAspect="1"/>
          </p:cNvPicPr>
          <p:nvPr/>
        </p:nvPicPr>
        <p:blipFill>
          <a:blip r:embed="rId2"/>
          <a:stretch>
            <a:fillRect/>
          </a:stretch>
        </p:blipFill>
        <p:spPr>
          <a:xfrm>
            <a:off x="618389" y="3573016"/>
            <a:ext cx="3162300" cy="1019175"/>
          </a:xfrm>
          <a:prstGeom prst="rect">
            <a:avLst/>
          </a:prstGeom>
        </p:spPr>
      </p:pic>
      <p:pic>
        <p:nvPicPr>
          <p:cNvPr id="13" name="Image 12">
            <a:extLst>
              <a:ext uri="{FF2B5EF4-FFF2-40B4-BE49-F238E27FC236}">
                <a16:creationId xmlns:a16="http://schemas.microsoft.com/office/drawing/2014/main" id="{EAD4649E-5123-88BC-AD31-905E8365CD2F}"/>
              </a:ext>
            </a:extLst>
          </p:cNvPr>
          <p:cNvPicPr>
            <a:picLocks noChangeAspect="1"/>
          </p:cNvPicPr>
          <p:nvPr/>
        </p:nvPicPr>
        <p:blipFill>
          <a:blip r:embed="rId3"/>
          <a:stretch>
            <a:fillRect/>
          </a:stretch>
        </p:blipFill>
        <p:spPr>
          <a:xfrm>
            <a:off x="6744072" y="3631799"/>
            <a:ext cx="2590800" cy="1238250"/>
          </a:xfrm>
          <a:prstGeom prst="rect">
            <a:avLst/>
          </a:prstGeom>
        </p:spPr>
      </p:pic>
    </p:spTree>
    <p:extLst>
      <p:ext uri="{BB962C8B-B14F-4D97-AF65-F5344CB8AC3E}">
        <p14:creationId xmlns:p14="http://schemas.microsoft.com/office/powerpoint/2010/main" val="19915162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42569951_TF89082059.potx" id="{487112FC-571E-4B6D-9271-7DA22953CFA9}" vid="{A9D1E965-6D2D-4991-8531-A5ABCF8E25F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86D9CC-0D9D-4BFE-B3F3-26F480BF8C8A}">
  <ds:schemaRefs>
    <ds:schemaRef ds:uri="http://schemas.openxmlformats.org/package/2006/metadata/core-properties"/>
    <ds:schemaRef ds:uri="71af3243-3dd4-4a8d-8c0d-dd76da1f02a5"/>
    <ds:schemaRef ds:uri="http://www.w3.org/XML/1998/namespace"/>
    <ds:schemaRef ds:uri="http://purl.org/dc/elements/1.1/"/>
    <ds:schemaRef ds:uri="http://schemas.microsoft.com/office/2006/metadata/properties"/>
    <ds:schemaRef ds:uri="http://schemas.microsoft.com/office/2006/documentManagement/types"/>
    <ds:schemaRef ds:uri="http://purl.org/dc/terms/"/>
    <ds:schemaRef ds:uri="http://schemas.microsoft.com/office/infopath/2007/PartnerControls"/>
    <ds:schemaRef ds:uri="16c05727-aa75-4e4a-9b5f-8a80a1165891"/>
    <ds:schemaRef ds:uri="http://purl.org/dc/dcmitype/"/>
  </ds:schemaRefs>
</ds:datastoreItem>
</file>

<file path=customXml/itemProps2.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106BD98-E608-40A1-98A8-93D5976215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Présentation classique et moderne à la fois</Template>
  <TotalTime>1603</TotalTime>
  <Words>1159</Words>
  <Application>Microsoft Office PowerPoint</Application>
  <PresentationFormat>Grand écran</PresentationFormat>
  <Paragraphs>119</Paragraphs>
  <Slides>16</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Arial</vt:lpstr>
      <vt:lpstr>Calibri</vt:lpstr>
      <vt:lpstr>Tw Cen MT</vt:lpstr>
      <vt:lpstr>Tw Cen MT Condensed</vt:lpstr>
      <vt:lpstr>Wingdings 3</vt:lpstr>
      <vt:lpstr>ModernClassicBlock-3</vt:lpstr>
      <vt:lpstr>Projet RetailInsight360  Analyse de la satisfaction client et optimisation du réseau BestMarket </vt:lpstr>
      <vt:lpstr>Contexte et Objectifs</vt:lpstr>
      <vt:lpstr>Méthodologie et Outils</vt:lpstr>
      <vt:lpstr>1. Schéma Relationnel mis à jour : Modification : La table retour_client est désormais liée à ref_magasin via la clé étrangère ref_magasin.</vt:lpstr>
      <vt:lpstr>Qualité et Sécurité des Données</vt:lpstr>
      <vt:lpstr>Indicateurs Clés de Fidélité (KPIs)</vt:lpstr>
      <vt:lpstr>Indicateurs Clés de Fidélité (KPIs)</vt:lpstr>
      <vt:lpstr>Performance des Magasins (Géographie)</vt:lpstr>
      <vt:lpstr>Performance des Magasins : REQUETES</vt:lpstr>
      <vt:lpstr>Performance des Magasins : REQUETES</vt:lpstr>
      <vt:lpstr>Analyse Produits &amp; Saisonnalité</vt:lpstr>
      <vt:lpstr>Analyse Produits &amp; Saisonnalité : Requetes</vt:lpstr>
      <vt:lpstr>Analyse Produits &amp; Saisonnalité : Requetes</vt:lpstr>
      <vt:lpstr>Conclusion et Plans d'actions</vt:lpstr>
      <vt:lpstr>Autres requetes</vt:lpstr>
      <vt:lpstr>Autres requetes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GHARBI</dc:creator>
  <cp:lastModifiedBy>ADAM GHARBI</cp:lastModifiedBy>
  <cp:revision>12</cp:revision>
  <dcterms:created xsi:type="dcterms:W3CDTF">2025-12-05T02:20:58Z</dcterms:created>
  <dcterms:modified xsi:type="dcterms:W3CDTF">2026-08-09T13:06:34Z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